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63" r:id="rId4"/>
    <p:sldId id="264" r:id="rId5"/>
    <p:sldId id="265" r:id="rId6"/>
    <p:sldId id="277" r:id="rId7"/>
    <p:sldId id="275" r:id="rId8"/>
    <p:sldId id="267" r:id="rId9"/>
    <p:sldId id="268" r:id="rId10"/>
    <p:sldId id="269" r:id="rId11"/>
    <p:sldId id="276" r:id="rId12"/>
    <p:sldId id="270" r:id="rId13"/>
    <p:sldId id="258" r:id="rId14"/>
    <p:sldId id="259" r:id="rId15"/>
    <p:sldId id="260" r:id="rId16"/>
    <p:sldId id="262" r:id="rId17"/>
    <p:sldId id="272" r:id="rId18"/>
    <p:sldId id="261" r:id="rId19"/>
    <p:sldId id="271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29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DA7170-1264-427A-AA1D-72E9B703B03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8C1D1BC-3657-4408-8903-9E23D934A527}">
      <dgm:prSet/>
      <dgm:spPr/>
      <dgm:t>
        <a:bodyPr/>
        <a:lstStyle/>
        <a:p>
          <a:r>
            <a:rPr lang="en-IE"/>
            <a:t>Importing data</a:t>
          </a:r>
          <a:endParaRPr lang="en-US"/>
        </a:p>
      </dgm:t>
    </dgm:pt>
    <dgm:pt modelId="{EE0CAF8E-3DF0-4DEA-8CFA-A285D1F49379}" type="parTrans" cxnId="{26AF2E54-2D24-4CEF-B2A6-DB206019F5A2}">
      <dgm:prSet/>
      <dgm:spPr/>
      <dgm:t>
        <a:bodyPr/>
        <a:lstStyle/>
        <a:p>
          <a:endParaRPr lang="en-US"/>
        </a:p>
      </dgm:t>
    </dgm:pt>
    <dgm:pt modelId="{A92A3063-FBAB-45D2-ACC2-73DE2FD84DDA}" type="sibTrans" cxnId="{26AF2E54-2D24-4CEF-B2A6-DB206019F5A2}">
      <dgm:prSet/>
      <dgm:spPr/>
      <dgm:t>
        <a:bodyPr/>
        <a:lstStyle/>
        <a:p>
          <a:endParaRPr lang="en-US"/>
        </a:p>
      </dgm:t>
    </dgm:pt>
    <dgm:pt modelId="{1B8A0E0D-E54A-4720-8BA0-A9898EE586D4}">
      <dgm:prSet/>
      <dgm:spPr/>
      <dgm:t>
        <a:bodyPr/>
        <a:lstStyle/>
        <a:p>
          <a:r>
            <a:rPr lang="en-IE"/>
            <a:t>Data Presentation and Visualisation </a:t>
          </a:r>
          <a:endParaRPr lang="en-US"/>
        </a:p>
      </dgm:t>
    </dgm:pt>
    <dgm:pt modelId="{74AF15BE-37CB-4F72-88E8-52B3B27DE55A}" type="parTrans" cxnId="{2F4D35C6-D296-4B01-A684-5213F3748923}">
      <dgm:prSet/>
      <dgm:spPr/>
      <dgm:t>
        <a:bodyPr/>
        <a:lstStyle/>
        <a:p>
          <a:endParaRPr lang="en-US"/>
        </a:p>
      </dgm:t>
    </dgm:pt>
    <dgm:pt modelId="{F968432F-E14F-4341-B207-9903FC1A8302}" type="sibTrans" cxnId="{2F4D35C6-D296-4B01-A684-5213F3748923}">
      <dgm:prSet/>
      <dgm:spPr/>
      <dgm:t>
        <a:bodyPr/>
        <a:lstStyle/>
        <a:p>
          <a:endParaRPr lang="en-US"/>
        </a:p>
      </dgm:t>
    </dgm:pt>
    <dgm:pt modelId="{F1BEDDBC-44F5-4106-A4C1-BC36F4467FAD}">
      <dgm:prSet/>
      <dgm:spPr/>
      <dgm:t>
        <a:bodyPr/>
        <a:lstStyle/>
        <a:p>
          <a:r>
            <a:rPr lang="en-IE"/>
            <a:t>Knowledge extraction</a:t>
          </a:r>
          <a:endParaRPr lang="en-US"/>
        </a:p>
      </dgm:t>
    </dgm:pt>
    <dgm:pt modelId="{01290CCE-6496-45F9-8181-CF3C51A1C109}" type="parTrans" cxnId="{3DCDF04E-F744-4A26-AE39-65B15315EDFB}">
      <dgm:prSet/>
      <dgm:spPr/>
      <dgm:t>
        <a:bodyPr/>
        <a:lstStyle/>
        <a:p>
          <a:endParaRPr lang="en-US"/>
        </a:p>
      </dgm:t>
    </dgm:pt>
    <dgm:pt modelId="{6DE11D37-C1D5-4BE4-82F9-B662CE72E217}" type="sibTrans" cxnId="{3DCDF04E-F744-4A26-AE39-65B15315EDFB}">
      <dgm:prSet/>
      <dgm:spPr/>
      <dgm:t>
        <a:bodyPr/>
        <a:lstStyle/>
        <a:p>
          <a:endParaRPr lang="en-US"/>
        </a:p>
      </dgm:t>
    </dgm:pt>
    <dgm:pt modelId="{66E9AEBA-67E9-4E4E-A424-B677DA7871AD}" type="pres">
      <dgm:prSet presAssocID="{81DA7170-1264-427A-AA1D-72E9B703B03F}" presName="root" presStyleCnt="0">
        <dgm:presLayoutVars>
          <dgm:dir/>
          <dgm:resizeHandles val="exact"/>
        </dgm:presLayoutVars>
      </dgm:prSet>
      <dgm:spPr/>
    </dgm:pt>
    <dgm:pt modelId="{B270DC77-CAAA-4A38-87CC-9A9358F357AC}" type="pres">
      <dgm:prSet presAssocID="{38C1D1BC-3657-4408-8903-9E23D934A527}" presName="compNode" presStyleCnt="0"/>
      <dgm:spPr/>
    </dgm:pt>
    <dgm:pt modelId="{ED859BE9-2EAD-4FAE-A099-05EA2A9F485B}" type="pres">
      <dgm:prSet presAssocID="{38C1D1BC-3657-4408-8903-9E23D934A527}" presName="bgRect" presStyleLbl="bgShp" presStyleIdx="0" presStyleCnt="3"/>
      <dgm:spPr/>
    </dgm:pt>
    <dgm:pt modelId="{29BD9B90-3A17-41C0-829B-3ECEBBB0CE10}" type="pres">
      <dgm:prSet presAssocID="{38C1D1BC-3657-4408-8903-9E23D934A52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1F3662A-E775-49B4-872B-B48D23E82392}" type="pres">
      <dgm:prSet presAssocID="{38C1D1BC-3657-4408-8903-9E23D934A527}" presName="spaceRect" presStyleCnt="0"/>
      <dgm:spPr/>
    </dgm:pt>
    <dgm:pt modelId="{156D88C5-9C15-4B44-B5B5-08836539F6FA}" type="pres">
      <dgm:prSet presAssocID="{38C1D1BC-3657-4408-8903-9E23D934A527}" presName="parTx" presStyleLbl="revTx" presStyleIdx="0" presStyleCnt="3">
        <dgm:presLayoutVars>
          <dgm:chMax val="0"/>
          <dgm:chPref val="0"/>
        </dgm:presLayoutVars>
      </dgm:prSet>
      <dgm:spPr/>
    </dgm:pt>
    <dgm:pt modelId="{75C36BBE-0CDE-414F-A1CB-FE13C273FE72}" type="pres">
      <dgm:prSet presAssocID="{A92A3063-FBAB-45D2-ACC2-73DE2FD84DDA}" presName="sibTrans" presStyleCnt="0"/>
      <dgm:spPr/>
    </dgm:pt>
    <dgm:pt modelId="{7E0A8B44-F32D-45F9-9562-C7B9708BA059}" type="pres">
      <dgm:prSet presAssocID="{1B8A0E0D-E54A-4720-8BA0-A9898EE586D4}" presName="compNode" presStyleCnt="0"/>
      <dgm:spPr/>
    </dgm:pt>
    <dgm:pt modelId="{A1F01885-4F98-49B6-8CA4-8D1F78B0B9CA}" type="pres">
      <dgm:prSet presAssocID="{1B8A0E0D-E54A-4720-8BA0-A9898EE586D4}" presName="bgRect" presStyleLbl="bgShp" presStyleIdx="1" presStyleCnt="3"/>
      <dgm:spPr/>
    </dgm:pt>
    <dgm:pt modelId="{416E33BB-F2BA-411A-BCE3-42638CA44B29}" type="pres">
      <dgm:prSet presAssocID="{1B8A0E0D-E54A-4720-8BA0-A9898EE586D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8958DFE-7C4F-41FF-8D59-A3FCDF60DBC3}" type="pres">
      <dgm:prSet presAssocID="{1B8A0E0D-E54A-4720-8BA0-A9898EE586D4}" presName="spaceRect" presStyleCnt="0"/>
      <dgm:spPr/>
    </dgm:pt>
    <dgm:pt modelId="{8ABBAFDD-E903-4513-A167-772BB29AE430}" type="pres">
      <dgm:prSet presAssocID="{1B8A0E0D-E54A-4720-8BA0-A9898EE586D4}" presName="parTx" presStyleLbl="revTx" presStyleIdx="1" presStyleCnt="3">
        <dgm:presLayoutVars>
          <dgm:chMax val="0"/>
          <dgm:chPref val="0"/>
        </dgm:presLayoutVars>
      </dgm:prSet>
      <dgm:spPr/>
    </dgm:pt>
    <dgm:pt modelId="{F16A567A-184A-43FA-B0FA-E6E28A035406}" type="pres">
      <dgm:prSet presAssocID="{F968432F-E14F-4341-B207-9903FC1A8302}" presName="sibTrans" presStyleCnt="0"/>
      <dgm:spPr/>
    </dgm:pt>
    <dgm:pt modelId="{BC2BD024-BF3E-45D8-8476-C8E9CF3B56EA}" type="pres">
      <dgm:prSet presAssocID="{F1BEDDBC-44F5-4106-A4C1-BC36F4467FAD}" presName="compNode" presStyleCnt="0"/>
      <dgm:spPr/>
    </dgm:pt>
    <dgm:pt modelId="{99114C01-36BF-4983-B8A9-3410162EE1B2}" type="pres">
      <dgm:prSet presAssocID="{F1BEDDBC-44F5-4106-A4C1-BC36F4467FAD}" presName="bgRect" presStyleLbl="bgShp" presStyleIdx="2" presStyleCnt="3"/>
      <dgm:spPr/>
    </dgm:pt>
    <dgm:pt modelId="{A2EB5AF3-EAF3-41AF-9156-5A5200A403CF}" type="pres">
      <dgm:prSet presAssocID="{F1BEDDBC-44F5-4106-A4C1-BC36F4467FA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9F8D874-A05E-4E69-BD83-38E7AB551F12}" type="pres">
      <dgm:prSet presAssocID="{F1BEDDBC-44F5-4106-A4C1-BC36F4467FAD}" presName="spaceRect" presStyleCnt="0"/>
      <dgm:spPr/>
    </dgm:pt>
    <dgm:pt modelId="{42C14C0B-EC96-408B-ADDB-645BC71A8188}" type="pres">
      <dgm:prSet presAssocID="{F1BEDDBC-44F5-4106-A4C1-BC36F4467FA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DCDF04E-F744-4A26-AE39-65B15315EDFB}" srcId="{81DA7170-1264-427A-AA1D-72E9B703B03F}" destId="{F1BEDDBC-44F5-4106-A4C1-BC36F4467FAD}" srcOrd="2" destOrd="0" parTransId="{01290CCE-6496-45F9-8181-CF3C51A1C109}" sibTransId="{6DE11D37-C1D5-4BE4-82F9-B662CE72E217}"/>
    <dgm:cxn modelId="{26AF2E54-2D24-4CEF-B2A6-DB206019F5A2}" srcId="{81DA7170-1264-427A-AA1D-72E9B703B03F}" destId="{38C1D1BC-3657-4408-8903-9E23D934A527}" srcOrd="0" destOrd="0" parTransId="{EE0CAF8E-3DF0-4DEA-8CFA-A285D1F49379}" sibTransId="{A92A3063-FBAB-45D2-ACC2-73DE2FD84DDA}"/>
    <dgm:cxn modelId="{1A82D08A-F2B2-4674-AEB3-F01DDCC04EB2}" type="presOf" srcId="{38C1D1BC-3657-4408-8903-9E23D934A527}" destId="{156D88C5-9C15-4B44-B5B5-08836539F6FA}" srcOrd="0" destOrd="0" presId="urn:microsoft.com/office/officeart/2018/2/layout/IconVerticalSolidList"/>
    <dgm:cxn modelId="{C0BE0F8E-CDEE-4CE1-9663-4E45075D626B}" type="presOf" srcId="{1B8A0E0D-E54A-4720-8BA0-A9898EE586D4}" destId="{8ABBAFDD-E903-4513-A167-772BB29AE430}" srcOrd="0" destOrd="0" presId="urn:microsoft.com/office/officeart/2018/2/layout/IconVerticalSolidList"/>
    <dgm:cxn modelId="{47A5BFB7-FFDE-4B71-B261-9D6A1B757BB2}" type="presOf" srcId="{81DA7170-1264-427A-AA1D-72E9B703B03F}" destId="{66E9AEBA-67E9-4E4E-A424-B677DA7871AD}" srcOrd="0" destOrd="0" presId="urn:microsoft.com/office/officeart/2018/2/layout/IconVerticalSolidList"/>
    <dgm:cxn modelId="{2F4D35C6-D296-4B01-A684-5213F3748923}" srcId="{81DA7170-1264-427A-AA1D-72E9B703B03F}" destId="{1B8A0E0D-E54A-4720-8BA0-A9898EE586D4}" srcOrd="1" destOrd="0" parTransId="{74AF15BE-37CB-4F72-88E8-52B3B27DE55A}" sibTransId="{F968432F-E14F-4341-B207-9903FC1A8302}"/>
    <dgm:cxn modelId="{74D8D7F2-D0E5-48C4-8D19-6409FD207771}" type="presOf" srcId="{F1BEDDBC-44F5-4106-A4C1-BC36F4467FAD}" destId="{42C14C0B-EC96-408B-ADDB-645BC71A8188}" srcOrd="0" destOrd="0" presId="urn:microsoft.com/office/officeart/2018/2/layout/IconVerticalSolidList"/>
    <dgm:cxn modelId="{1E6D0D54-E1E8-41E2-AE3F-6162536DBBB5}" type="presParOf" srcId="{66E9AEBA-67E9-4E4E-A424-B677DA7871AD}" destId="{B270DC77-CAAA-4A38-87CC-9A9358F357AC}" srcOrd="0" destOrd="0" presId="urn:microsoft.com/office/officeart/2018/2/layout/IconVerticalSolidList"/>
    <dgm:cxn modelId="{DB234035-9B8A-42E7-A0E1-12D9E4A8D425}" type="presParOf" srcId="{B270DC77-CAAA-4A38-87CC-9A9358F357AC}" destId="{ED859BE9-2EAD-4FAE-A099-05EA2A9F485B}" srcOrd="0" destOrd="0" presId="urn:microsoft.com/office/officeart/2018/2/layout/IconVerticalSolidList"/>
    <dgm:cxn modelId="{2B64ACC4-8699-460A-A3A1-0556C1B03D13}" type="presParOf" srcId="{B270DC77-CAAA-4A38-87CC-9A9358F357AC}" destId="{29BD9B90-3A17-41C0-829B-3ECEBBB0CE10}" srcOrd="1" destOrd="0" presId="urn:microsoft.com/office/officeart/2018/2/layout/IconVerticalSolidList"/>
    <dgm:cxn modelId="{04CCAAE1-6E72-4F90-AF1F-A1BB6EF0FBA2}" type="presParOf" srcId="{B270DC77-CAAA-4A38-87CC-9A9358F357AC}" destId="{31F3662A-E775-49B4-872B-B48D23E82392}" srcOrd="2" destOrd="0" presId="urn:microsoft.com/office/officeart/2018/2/layout/IconVerticalSolidList"/>
    <dgm:cxn modelId="{018E1DE3-9245-4837-9954-FE8BFF9642E6}" type="presParOf" srcId="{B270DC77-CAAA-4A38-87CC-9A9358F357AC}" destId="{156D88C5-9C15-4B44-B5B5-08836539F6FA}" srcOrd="3" destOrd="0" presId="urn:microsoft.com/office/officeart/2018/2/layout/IconVerticalSolidList"/>
    <dgm:cxn modelId="{B2718BF3-A2B5-417C-A3E3-251BED05AAD1}" type="presParOf" srcId="{66E9AEBA-67E9-4E4E-A424-B677DA7871AD}" destId="{75C36BBE-0CDE-414F-A1CB-FE13C273FE72}" srcOrd="1" destOrd="0" presId="urn:microsoft.com/office/officeart/2018/2/layout/IconVerticalSolidList"/>
    <dgm:cxn modelId="{5AC53801-4F8C-435A-B4A0-203EE7F61334}" type="presParOf" srcId="{66E9AEBA-67E9-4E4E-A424-B677DA7871AD}" destId="{7E0A8B44-F32D-45F9-9562-C7B9708BA059}" srcOrd="2" destOrd="0" presId="urn:microsoft.com/office/officeart/2018/2/layout/IconVerticalSolidList"/>
    <dgm:cxn modelId="{469D25DF-609D-4F23-9218-1263FBE5F912}" type="presParOf" srcId="{7E0A8B44-F32D-45F9-9562-C7B9708BA059}" destId="{A1F01885-4F98-49B6-8CA4-8D1F78B0B9CA}" srcOrd="0" destOrd="0" presId="urn:microsoft.com/office/officeart/2018/2/layout/IconVerticalSolidList"/>
    <dgm:cxn modelId="{B10DA73B-BF3D-4A8C-969C-5E3EAF9153AF}" type="presParOf" srcId="{7E0A8B44-F32D-45F9-9562-C7B9708BA059}" destId="{416E33BB-F2BA-411A-BCE3-42638CA44B29}" srcOrd="1" destOrd="0" presId="urn:microsoft.com/office/officeart/2018/2/layout/IconVerticalSolidList"/>
    <dgm:cxn modelId="{CAD2CBE7-78DF-4F92-B5DC-01764772C2A2}" type="presParOf" srcId="{7E0A8B44-F32D-45F9-9562-C7B9708BA059}" destId="{C8958DFE-7C4F-41FF-8D59-A3FCDF60DBC3}" srcOrd="2" destOrd="0" presId="urn:microsoft.com/office/officeart/2018/2/layout/IconVerticalSolidList"/>
    <dgm:cxn modelId="{D749D93D-827E-4D83-9EF3-6CC3359EEA9F}" type="presParOf" srcId="{7E0A8B44-F32D-45F9-9562-C7B9708BA059}" destId="{8ABBAFDD-E903-4513-A167-772BB29AE430}" srcOrd="3" destOrd="0" presId="urn:microsoft.com/office/officeart/2018/2/layout/IconVerticalSolidList"/>
    <dgm:cxn modelId="{B3B86770-438B-4CC6-9CE7-B4A262728A89}" type="presParOf" srcId="{66E9AEBA-67E9-4E4E-A424-B677DA7871AD}" destId="{F16A567A-184A-43FA-B0FA-E6E28A035406}" srcOrd="3" destOrd="0" presId="urn:microsoft.com/office/officeart/2018/2/layout/IconVerticalSolidList"/>
    <dgm:cxn modelId="{CB5BB64F-84EC-4614-B888-0664F741E871}" type="presParOf" srcId="{66E9AEBA-67E9-4E4E-A424-B677DA7871AD}" destId="{BC2BD024-BF3E-45D8-8476-C8E9CF3B56EA}" srcOrd="4" destOrd="0" presId="urn:microsoft.com/office/officeart/2018/2/layout/IconVerticalSolidList"/>
    <dgm:cxn modelId="{5C5385BF-218F-4865-B520-D441E08D3DFA}" type="presParOf" srcId="{BC2BD024-BF3E-45D8-8476-C8E9CF3B56EA}" destId="{99114C01-36BF-4983-B8A9-3410162EE1B2}" srcOrd="0" destOrd="0" presId="urn:microsoft.com/office/officeart/2018/2/layout/IconVerticalSolidList"/>
    <dgm:cxn modelId="{5747FBD2-5C97-4402-AB4D-ACEDB8E979AF}" type="presParOf" srcId="{BC2BD024-BF3E-45D8-8476-C8E9CF3B56EA}" destId="{A2EB5AF3-EAF3-41AF-9156-5A5200A403CF}" srcOrd="1" destOrd="0" presId="urn:microsoft.com/office/officeart/2018/2/layout/IconVerticalSolidList"/>
    <dgm:cxn modelId="{F7AED485-9D76-4E77-B733-BB47D49BD5B8}" type="presParOf" srcId="{BC2BD024-BF3E-45D8-8476-C8E9CF3B56EA}" destId="{C9F8D874-A05E-4E69-BD83-38E7AB551F12}" srcOrd="2" destOrd="0" presId="urn:microsoft.com/office/officeart/2018/2/layout/IconVerticalSolidList"/>
    <dgm:cxn modelId="{C0A023BA-A0DC-47ED-9B70-E5E99550B631}" type="presParOf" srcId="{BC2BD024-BF3E-45D8-8476-C8E9CF3B56EA}" destId="{42C14C0B-EC96-408B-ADDB-645BC71A818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F05771-238F-4D2F-AB4A-30B9C56E3CE4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4502D80-D9BF-4198-8709-1027E8B9366F}">
      <dgm:prSet custT="1"/>
      <dgm:spPr/>
      <dgm:t>
        <a:bodyPr/>
        <a:lstStyle/>
        <a:p>
          <a:r>
            <a:rPr lang="en-IE" sz="2000" dirty="0"/>
            <a:t>parsing a file</a:t>
          </a:r>
          <a:br>
            <a:rPr lang="en-IE" sz="2000" dirty="0"/>
          </a:br>
          <a:r>
            <a:rPr lang="en-IE" sz="2000" dirty="0"/>
            <a:t>using web form</a:t>
          </a:r>
          <a:br>
            <a:rPr lang="en-IE" sz="2000" dirty="0"/>
          </a:br>
          <a:r>
            <a:rPr lang="en-IE" sz="2000" dirty="0"/>
            <a:t>get data from a third party </a:t>
          </a:r>
          <a:endParaRPr lang="en-US" sz="2000" dirty="0"/>
        </a:p>
      </dgm:t>
    </dgm:pt>
    <dgm:pt modelId="{042568B0-3575-43B8-8C41-702FD06DBFFB}" type="parTrans" cxnId="{91127545-FC87-4BCA-BF42-070C5C000F09}">
      <dgm:prSet/>
      <dgm:spPr/>
      <dgm:t>
        <a:bodyPr/>
        <a:lstStyle/>
        <a:p>
          <a:endParaRPr lang="en-US"/>
        </a:p>
      </dgm:t>
    </dgm:pt>
    <dgm:pt modelId="{0464493B-28E4-4A81-B206-AF8FE4B27B44}" type="sibTrans" cxnId="{91127545-FC87-4BCA-BF42-070C5C000F09}">
      <dgm:prSet/>
      <dgm:spPr/>
      <dgm:t>
        <a:bodyPr/>
        <a:lstStyle/>
        <a:p>
          <a:endParaRPr lang="en-US"/>
        </a:p>
      </dgm:t>
    </dgm:pt>
    <dgm:pt modelId="{96EC82C0-1EA3-48C2-A0DB-EC3003E147C7}">
      <dgm:prSet/>
      <dgm:spPr/>
      <dgm:t>
        <a:bodyPr/>
        <a:lstStyle/>
        <a:p>
          <a:r>
            <a:rPr lang="en-IE" dirty="0"/>
            <a:t>Examples of Tasks include</a:t>
          </a:r>
          <a:endParaRPr lang="en-US" dirty="0"/>
        </a:p>
      </dgm:t>
    </dgm:pt>
    <dgm:pt modelId="{A5BC8D3D-A0BA-488A-93A1-2BE48B7345CA}" type="parTrans" cxnId="{E035026E-5BDB-470B-B4BB-490B404765CA}">
      <dgm:prSet/>
      <dgm:spPr/>
      <dgm:t>
        <a:bodyPr/>
        <a:lstStyle/>
        <a:p>
          <a:endParaRPr lang="en-US"/>
        </a:p>
      </dgm:t>
    </dgm:pt>
    <dgm:pt modelId="{54F0FEC0-F93F-4DCD-B509-EF3C3CAAFADD}" type="sibTrans" cxnId="{E035026E-5BDB-470B-B4BB-490B404765CA}">
      <dgm:prSet/>
      <dgm:spPr/>
      <dgm:t>
        <a:bodyPr/>
        <a:lstStyle/>
        <a:p>
          <a:endParaRPr lang="en-US"/>
        </a:p>
      </dgm:t>
    </dgm:pt>
    <dgm:pt modelId="{50B1ED86-032B-46E0-8877-AF8034544763}">
      <dgm:prSet custT="1"/>
      <dgm:spPr/>
      <dgm:t>
        <a:bodyPr/>
        <a:lstStyle/>
        <a:p>
          <a:r>
            <a:rPr lang="en-IE" sz="2000" dirty="0"/>
            <a:t>Preprocess Data</a:t>
          </a:r>
          <a:endParaRPr lang="en-US" sz="2000" dirty="0"/>
        </a:p>
      </dgm:t>
    </dgm:pt>
    <dgm:pt modelId="{7085955A-28F4-42E4-9F1B-CE1D9A2C0E6E}" type="parTrans" cxnId="{E72303B2-8947-4D8A-B1B5-D58323EDF95C}">
      <dgm:prSet/>
      <dgm:spPr/>
      <dgm:t>
        <a:bodyPr/>
        <a:lstStyle/>
        <a:p>
          <a:endParaRPr lang="en-US"/>
        </a:p>
      </dgm:t>
    </dgm:pt>
    <dgm:pt modelId="{F4781D10-0F16-4080-A760-A9097A70861D}" type="sibTrans" cxnId="{E72303B2-8947-4D8A-B1B5-D58323EDF95C}">
      <dgm:prSet/>
      <dgm:spPr/>
      <dgm:t>
        <a:bodyPr/>
        <a:lstStyle/>
        <a:p>
          <a:endParaRPr lang="en-US"/>
        </a:p>
      </dgm:t>
    </dgm:pt>
    <dgm:pt modelId="{91BEBA53-07F9-43F9-9891-C572A4B7079C}">
      <dgm:prSet custT="1"/>
      <dgm:spPr/>
      <dgm:t>
        <a:bodyPr/>
        <a:lstStyle/>
        <a:p>
          <a:r>
            <a:rPr lang="en-IE" sz="2000" dirty="0"/>
            <a:t>Deal with missing, incorrect values</a:t>
          </a:r>
          <a:endParaRPr lang="en-US" sz="2000" dirty="0"/>
        </a:p>
      </dgm:t>
    </dgm:pt>
    <dgm:pt modelId="{AF6B839C-F82A-462A-A9DF-A4D9B3C717BE}" type="parTrans" cxnId="{871C6A63-4CC2-43D9-9696-BEA6F452413B}">
      <dgm:prSet/>
      <dgm:spPr/>
      <dgm:t>
        <a:bodyPr/>
        <a:lstStyle/>
        <a:p>
          <a:endParaRPr lang="en-US"/>
        </a:p>
      </dgm:t>
    </dgm:pt>
    <dgm:pt modelId="{16F36CAD-04F5-43AC-9BA9-E9145B6A8259}" type="sibTrans" cxnId="{871C6A63-4CC2-43D9-9696-BEA6F452413B}">
      <dgm:prSet/>
      <dgm:spPr/>
      <dgm:t>
        <a:bodyPr/>
        <a:lstStyle/>
        <a:p>
          <a:endParaRPr lang="en-US"/>
        </a:p>
      </dgm:t>
    </dgm:pt>
    <dgm:pt modelId="{3721C686-27A6-4DDE-90B1-418D660B4F0D}">
      <dgm:prSet custT="1"/>
      <dgm:spPr/>
      <dgm:t>
        <a:bodyPr/>
        <a:lstStyle/>
        <a:p>
          <a:r>
            <a:rPr lang="en-IE" sz="2000" dirty="0"/>
            <a:t>Model the data and create a database to receive incoming data</a:t>
          </a:r>
          <a:endParaRPr lang="en-US" sz="2000" dirty="0"/>
        </a:p>
      </dgm:t>
    </dgm:pt>
    <dgm:pt modelId="{E2CDB56F-35DC-4495-B5E7-3D8DA3591AC0}" type="parTrans" cxnId="{EC6CDB55-B59B-4491-B254-4355B7728F66}">
      <dgm:prSet/>
      <dgm:spPr/>
      <dgm:t>
        <a:bodyPr/>
        <a:lstStyle/>
        <a:p>
          <a:endParaRPr lang="en-US"/>
        </a:p>
      </dgm:t>
    </dgm:pt>
    <dgm:pt modelId="{9914B7FC-3098-4B20-8835-CB62E72034E1}" type="sibTrans" cxnId="{EC6CDB55-B59B-4491-B254-4355B7728F66}">
      <dgm:prSet/>
      <dgm:spPr/>
      <dgm:t>
        <a:bodyPr/>
        <a:lstStyle/>
        <a:p>
          <a:endParaRPr lang="en-US"/>
        </a:p>
      </dgm:t>
    </dgm:pt>
    <dgm:pt modelId="{F1EF4760-3C96-4B4D-99D3-B7DFB01199A8}">
      <dgm:prSet custT="1"/>
      <dgm:spPr/>
      <dgm:t>
        <a:bodyPr/>
        <a:lstStyle/>
        <a:p>
          <a:r>
            <a:rPr lang="en-IE" sz="2000" dirty="0"/>
            <a:t>Write the code to </a:t>
          </a:r>
          <a:endParaRPr lang="en-US" sz="2000" dirty="0"/>
        </a:p>
      </dgm:t>
    </dgm:pt>
    <dgm:pt modelId="{6A5BAD2B-B6D9-4CB8-B35C-C688BCA5A571}" type="parTrans" cxnId="{E49A7170-136F-45CD-A2A0-4D270FD92F6E}">
      <dgm:prSet/>
      <dgm:spPr/>
      <dgm:t>
        <a:bodyPr/>
        <a:lstStyle/>
        <a:p>
          <a:endParaRPr lang="en-US"/>
        </a:p>
      </dgm:t>
    </dgm:pt>
    <dgm:pt modelId="{70E9DC33-3C15-48E9-893C-ED701E13CB82}" type="sibTrans" cxnId="{E49A7170-136F-45CD-A2A0-4D270FD92F6E}">
      <dgm:prSet/>
      <dgm:spPr/>
      <dgm:t>
        <a:bodyPr/>
        <a:lstStyle/>
        <a:p>
          <a:endParaRPr lang="en-US"/>
        </a:p>
      </dgm:t>
    </dgm:pt>
    <dgm:pt modelId="{754B3F88-4701-4BA9-BF46-E41081F7F0C8}">
      <dgm:prSet custT="1"/>
      <dgm:spPr/>
      <dgm:t>
        <a:bodyPr/>
        <a:lstStyle/>
        <a:p>
          <a:r>
            <a:rPr lang="en-IE" sz="2000" dirty="0"/>
            <a:t>parse a file</a:t>
          </a:r>
          <a:endParaRPr lang="en-US" sz="2000" dirty="0"/>
        </a:p>
      </dgm:t>
    </dgm:pt>
    <dgm:pt modelId="{31E42057-3A5B-4BFF-8B28-739744095560}" type="parTrans" cxnId="{7ABC62B3-CD50-4FA2-94F3-C0D3DAA21AD3}">
      <dgm:prSet/>
      <dgm:spPr/>
      <dgm:t>
        <a:bodyPr/>
        <a:lstStyle/>
        <a:p>
          <a:endParaRPr lang="en-US"/>
        </a:p>
      </dgm:t>
    </dgm:pt>
    <dgm:pt modelId="{64828E4A-286E-4B9B-82C9-F6966164B2DC}" type="sibTrans" cxnId="{7ABC62B3-CD50-4FA2-94F3-C0D3DAA21AD3}">
      <dgm:prSet/>
      <dgm:spPr/>
      <dgm:t>
        <a:bodyPr/>
        <a:lstStyle/>
        <a:p>
          <a:endParaRPr lang="en-US"/>
        </a:p>
      </dgm:t>
    </dgm:pt>
    <dgm:pt modelId="{0A0BF536-5F56-4AEE-A9DB-BAAEAC1CF13F}">
      <dgm:prSet custT="1"/>
      <dgm:spPr/>
      <dgm:t>
        <a:bodyPr/>
        <a:lstStyle/>
        <a:p>
          <a:r>
            <a:rPr lang="en-IE" sz="2000" dirty="0"/>
            <a:t>Create a web form receive the data and store them to the database</a:t>
          </a:r>
          <a:endParaRPr lang="en-US" sz="2000" dirty="0"/>
        </a:p>
      </dgm:t>
    </dgm:pt>
    <dgm:pt modelId="{1A358B26-1AA6-48E8-BD1B-DDF970D4757B}" type="parTrans" cxnId="{C5A4932E-2153-4EF8-8849-86D7594D32E6}">
      <dgm:prSet/>
      <dgm:spPr/>
      <dgm:t>
        <a:bodyPr/>
        <a:lstStyle/>
        <a:p>
          <a:endParaRPr lang="en-US"/>
        </a:p>
      </dgm:t>
    </dgm:pt>
    <dgm:pt modelId="{E8763746-371E-4751-BE5E-7BDB47ECB69A}" type="sibTrans" cxnId="{C5A4932E-2153-4EF8-8849-86D7594D32E6}">
      <dgm:prSet/>
      <dgm:spPr/>
      <dgm:t>
        <a:bodyPr/>
        <a:lstStyle/>
        <a:p>
          <a:endParaRPr lang="en-US"/>
        </a:p>
      </dgm:t>
    </dgm:pt>
    <dgm:pt modelId="{1A9AD27F-76A0-45FD-879D-5F053FAA4464}" type="pres">
      <dgm:prSet presAssocID="{21F05771-238F-4D2F-AB4A-30B9C56E3CE4}" presName="linear" presStyleCnt="0">
        <dgm:presLayoutVars>
          <dgm:animLvl val="lvl"/>
          <dgm:resizeHandles val="exact"/>
        </dgm:presLayoutVars>
      </dgm:prSet>
      <dgm:spPr/>
    </dgm:pt>
    <dgm:pt modelId="{BEA3BBCA-4B89-4546-95E3-7D10B814D83F}" type="pres">
      <dgm:prSet presAssocID="{44502D80-D9BF-4198-8709-1027E8B9366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AF911DC-A39C-4FD2-82DC-102AAA473CDA}" type="pres">
      <dgm:prSet presAssocID="{0464493B-28E4-4A81-B206-AF8FE4B27B44}" presName="spacer" presStyleCnt="0"/>
      <dgm:spPr/>
    </dgm:pt>
    <dgm:pt modelId="{8D0A48A4-A380-4644-BE85-51621492AD2A}" type="pres">
      <dgm:prSet presAssocID="{96EC82C0-1EA3-48C2-A0DB-EC3003E147C7}" presName="parentText" presStyleLbl="node1" presStyleIdx="1" presStyleCnt="2" custScaleY="53008">
        <dgm:presLayoutVars>
          <dgm:chMax val="0"/>
          <dgm:bulletEnabled val="1"/>
        </dgm:presLayoutVars>
      </dgm:prSet>
      <dgm:spPr/>
    </dgm:pt>
    <dgm:pt modelId="{30EDC528-E4A3-43BD-8817-F502DFAF4396}" type="pres">
      <dgm:prSet presAssocID="{96EC82C0-1EA3-48C2-A0DB-EC3003E147C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7A82D24-3117-434B-9382-5F7C76B22EE7}" type="presOf" srcId="{50B1ED86-032B-46E0-8877-AF8034544763}" destId="{30EDC528-E4A3-43BD-8817-F502DFAF4396}" srcOrd="0" destOrd="0" presId="urn:microsoft.com/office/officeart/2005/8/layout/vList2"/>
    <dgm:cxn modelId="{C5A4932E-2153-4EF8-8849-86D7594D32E6}" srcId="{F1EF4760-3C96-4B4D-99D3-B7DFB01199A8}" destId="{0A0BF536-5F56-4AEE-A9DB-BAAEAC1CF13F}" srcOrd="1" destOrd="0" parTransId="{1A358B26-1AA6-48E8-BD1B-DDF970D4757B}" sibTransId="{E8763746-371E-4751-BE5E-7BDB47ECB69A}"/>
    <dgm:cxn modelId="{19C14B32-B39B-4235-AD8D-779AD615E288}" type="presOf" srcId="{F1EF4760-3C96-4B4D-99D3-B7DFB01199A8}" destId="{30EDC528-E4A3-43BD-8817-F502DFAF4396}" srcOrd="0" destOrd="3" presId="urn:microsoft.com/office/officeart/2005/8/layout/vList2"/>
    <dgm:cxn modelId="{8FD15E3A-C85A-4FB7-9B6B-6CFFB3DD55B2}" type="presOf" srcId="{96EC82C0-1EA3-48C2-A0DB-EC3003E147C7}" destId="{8D0A48A4-A380-4644-BE85-51621492AD2A}" srcOrd="0" destOrd="0" presId="urn:microsoft.com/office/officeart/2005/8/layout/vList2"/>
    <dgm:cxn modelId="{871C6A63-4CC2-43D9-9696-BEA6F452413B}" srcId="{50B1ED86-032B-46E0-8877-AF8034544763}" destId="{91BEBA53-07F9-43F9-9891-C572A4B7079C}" srcOrd="0" destOrd="0" parTransId="{AF6B839C-F82A-462A-A9DF-A4D9B3C717BE}" sibTransId="{16F36CAD-04F5-43AC-9BA9-E9145B6A8259}"/>
    <dgm:cxn modelId="{671F6E63-5B32-4481-82E6-8E8634C91CDF}" type="presOf" srcId="{91BEBA53-07F9-43F9-9891-C572A4B7079C}" destId="{30EDC528-E4A3-43BD-8817-F502DFAF4396}" srcOrd="0" destOrd="1" presId="urn:microsoft.com/office/officeart/2005/8/layout/vList2"/>
    <dgm:cxn modelId="{7BF00B45-E07B-46AC-A8FD-F6D41BED4032}" type="presOf" srcId="{21F05771-238F-4D2F-AB4A-30B9C56E3CE4}" destId="{1A9AD27F-76A0-45FD-879D-5F053FAA4464}" srcOrd="0" destOrd="0" presId="urn:microsoft.com/office/officeart/2005/8/layout/vList2"/>
    <dgm:cxn modelId="{91127545-FC87-4BCA-BF42-070C5C000F09}" srcId="{21F05771-238F-4D2F-AB4A-30B9C56E3CE4}" destId="{44502D80-D9BF-4198-8709-1027E8B9366F}" srcOrd="0" destOrd="0" parTransId="{042568B0-3575-43B8-8C41-702FD06DBFFB}" sibTransId="{0464493B-28E4-4A81-B206-AF8FE4B27B44}"/>
    <dgm:cxn modelId="{A816BA4D-7404-4142-BDEC-3D9462F759B8}" type="presOf" srcId="{44502D80-D9BF-4198-8709-1027E8B9366F}" destId="{BEA3BBCA-4B89-4546-95E3-7D10B814D83F}" srcOrd="0" destOrd="0" presId="urn:microsoft.com/office/officeart/2005/8/layout/vList2"/>
    <dgm:cxn modelId="{E035026E-5BDB-470B-B4BB-490B404765CA}" srcId="{21F05771-238F-4D2F-AB4A-30B9C56E3CE4}" destId="{96EC82C0-1EA3-48C2-A0DB-EC3003E147C7}" srcOrd="1" destOrd="0" parTransId="{A5BC8D3D-A0BA-488A-93A1-2BE48B7345CA}" sibTransId="{54F0FEC0-F93F-4DCD-B509-EF3C3CAAFADD}"/>
    <dgm:cxn modelId="{E49A7170-136F-45CD-A2A0-4D270FD92F6E}" srcId="{96EC82C0-1EA3-48C2-A0DB-EC3003E147C7}" destId="{F1EF4760-3C96-4B4D-99D3-B7DFB01199A8}" srcOrd="2" destOrd="0" parTransId="{6A5BAD2B-B6D9-4CB8-B35C-C688BCA5A571}" sibTransId="{70E9DC33-3C15-48E9-893C-ED701E13CB82}"/>
    <dgm:cxn modelId="{EC6CDB55-B59B-4491-B254-4355B7728F66}" srcId="{96EC82C0-1EA3-48C2-A0DB-EC3003E147C7}" destId="{3721C686-27A6-4DDE-90B1-418D660B4F0D}" srcOrd="1" destOrd="0" parTransId="{E2CDB56F-35DC-4495-B5E7-3D8DA3591AC0}" sibTransId="{9914B7FC-3098-4B20-8835-CB62E72034E1}"/>
    <dgm:cxn modelId="{4B0ED383-255F-4586-9BF3-DF155D4AD77B}" type="presOf" srcId="{3721C686-27A6-4DDE-90B1-418D660B4F0D}" destId="{30EDC528-E4A3-43BD-8817-F502DFAF4396}" srcOrd="0" destOrd="2" presId="urn:microsoft.com/office/officeart/2005/8/layout/vList2"/>
    <dgm:cxn modelId="{E72303B2-8947-4D8A-B1B5-D58323EDF95C}" srcId="{96EC82C0-1EA3-48C2-A0DB-EC3003E147C7}" destId="{50B1ED86-032B-46E0-8877-AF8034544763}" srcOrd="0" destOrd="0" parTransId="{7085955A-28F4-42E4-9F1B-CE1D9A2C0E6E}" sibTransId="{F4781D10-0F16-4080-A760-A9097A70861D}"/>
    <dgm:cxn modelId="{7ABC62B3-CD50-4FA2-94F3-C0D3DAA21AD3}" srcId="{F1EF4760-3C96-4B4D-99D3-B7DFB01199A8}" destId="{754B3F88-4701-4BA9-BF46-E41081F7F0C8}" srcOrd="0" destOrd="0" parTransId="{31E42057-3A5B-4BFF-8B28-739744095560}" sibTransId="{64828E4A-286E-4B9B-82C9-F6966164B2DC}"/>
    <dgm:cxn modelId="{55E932B5-D101-4A8B-88A5-8A0DBCB893A8}" type="presOf" srcId="{0A0BF536-5F56-4AEE-A9DB-BAAEAC1CF13F}" destId="{30EDC528-E4A3-43BD-8817-F502DFAF4396}" srcOrd="0" destOrd="5" presId="urn:microsoft.com/office/officeart/2005/8/layout/vList2"/>
    <dgm:cxn modelId="{790D5AF9-6A44-4E38-8931-DB373B8E4C49}" type="presOf" srcId="{754B3F88-4701-4BA9-BF46-E41081F7F0C8}" destId="{30EDC528-E4A3-43BD-8817-F502DFAF4396}" srcOrd="0" destOrd="4" presId="urn:microsoft.com/office/officeart/2005/8/layout/vList2"/>
    <dgm:cxn modelId="{60539C29-6214-4E85-99C8-2BEAA7337F4B}" type="presParOf" srcId="{1A9AD27F-76A0-45FD-879D-5F053FAA4464}" destId="{BEA3BBCA-4B89-4546-95E3-7D10B814D83F}" srcOrd="0" destOrd="0" presId="urn:microsoft.com/office/officeart/2005/8/layout/vList2"/>
    <dgm:cxn modelId="{313808DE-B383-47A0-A13D-B696FCE7B4CE}" type="presParOf" srcId="{1A9AD27F-76A0-45FD-879D-5F053FAA4464}" destId="{6AF911DC-A39C-4FD2-82DC-102AAA473CDA}" srcOrd="1" destOrd="0" presId="urn:microsoft.com/office/officeart/2005/8/layout/vList2"/>
    <dgm:cxn modelId="{4687C80D-5509-4847-BA64-6833A6C09F06}" type="presParOf" srcId="{1A9AD27F-76A0-45FD-879D-5F053FAA4464}" destId="{8D0A48A4-A380-4644-BE85-51621492AD2A}" srcOrd="2" destOrd="0" presId="urn:microsoft.com/office/officeart/2005/8/layout/vList2"/>
    <dgm:cxn modelId="{07BD0B78-C3D7-4401-9E9A-45EEEB9788CA}" type="presParOf" srcId="{1A9AD27F-76A0-45FD-879D-5F053FAA4464}" destId="{30EDC528-E4A3-43BD-8817-F502DFAF4396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AE3522-238A-4446-A0F7-C76690B76DDF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A2446C9-00C5-4177-A9B8-1941A180B49F}">
      <dgm:prSet/>
      <dgm:spPr/>
      <dgm:t>
        <a:bodyPr/>
        <a:lstStyle/>
        <a:p>
          <a:r>
            <a:rPr lang="en-IE" dirty="0"/>
            <a:t>Display raw/processed data</a:t>
          </a:r>
          <a:endParaRPr lang="en-US" dirty="0"/>
        </a:p>
      </dgm:t>
    </dgm:pt>
    <dgm:pt modelId="{201DA26D-00A3-4D6F-AE91-A4DFDD36B5DA}" type="parTrans" cxnId="{4EC38CB1-AD98-4B8E-85CF-D6287DB1FBE2}">
      <dgm:prSet/>
      <dgm:spPr/>
      <dgm:t>
        <a:bodyPr/>
        <a:lstStyle/>
        <a:p>
          <a:endParaRPr lang="en-US"/>
        </a:p>
      </dgm:t>
    </dgm:pt>
    <dgm:pt modelId="{9A13C1AB-AAB6-4668-81D9-8DDCDBED0F5C}" type="sibTrans" cxnId="{4EC38CB1-AD98-4B8E-85CF-D6287DB1FBE2}">
      <dgm:prSet/>
      <dgm:spPr/>
      <dgm:t>
        <a:bodyPr/>
        <a:lstStyle/>
        <a:p>
          <a:endParaRPr lang="en-US"/>
        </a:p>
      </dgm:t>
    </dgm:pt>
    <dgm:pt modelId="{45177439-7717-41DE-AFCF-28825F7E3F1A}">
      <dgm:prSet/>
      <dgm:spPr/>
      <dgm:t>
        <a:bodyPr/>
        <a:lstStyle/>
        <a:p>
          <a:r>
            <a:rPr lang="en-IE" dirty="0"/>
            <a:t>Retrieve data from the database</a:t>
          </a:r>
          <a:endParaRPr lang="en-US" dirty="0"/>
        </a:p>
      </dgm:t>
    </dgm:pt>
    <dgm:pt modelId="{AC06B196-C6B6-4869-9D5E-E1C91FFB0962}" type="parTrans" cxnId="{7DDB35E0-D995-4601-8A2A-E1998FDBEAFF}">
      <dgm:prSet/>
      <dgm:spPr/>
      <dgm:t>
        <a:bodyPr/>
        <a:lstStyle/>
        <a:p>
          <a:endParaRPr lang="en-US"/>
        </a:p>
      </dgm:t>
    </dgm:pt>
    <dgm:pt modelId="{EDCD4E51-F60B-4102-8095-D64A4F83BA7F}" type="sibTrans" cxnId="{7DDB35E0-D995-4601-8A2A-E1998FDBEAFF}">
      <dgm:prSet/>
      <dgm:spPr/>
      <dgm:t>
        <a:bodyPr/>
        <a:lstStyle/>
        <a:p>
          <a:endParaRPr lang="en-US"/>
        </a:p>
      </dgm:t>
    </dgm:pt>
    <dgm:pt modelId="{5B47C347-FAD1-4314-9B6E-9FCD4A15D52D}">
      <dgm:prSet/>
      <dgm:spPr/>
      <dgm:t>
        <a:bodyPr/>
        <a:lstStyle/>
        <a:p>
          <a:r>
            <a:rPr lang="en-IE" dirty="0"/>
            <a:t>Example of Tasks Include:</a:t>
          </a:r>
          <a:endParaRPr lang="en-US" dirty="0"/>
        </a:p>
      </dgm:t>
    </dgm:pt>
    <dgm:pt modelId="{D5A4B4AE-98C8-4C96-8B8F-9C78EE3E2504}" type="parTrans" cxnId="{E998071C-E230-4C74-96C3-2A9E60889EF8}">
      <dgm:prSet/>
      <dgm:spPr/>
    </dgm:pt>
    <dgm:pt modelId="{F0F20D2F-7A74-4292-877F-03D83F7A8A38}" type="sibTrans" cxnId="{E998071C-E230-4C74-96C3-2A9E60889EF8}">
      <dgm:prSet/>
      <dgm:spPr/>
    </dgm:pt>
    <dgm:pt modelId="{6355B07A-D185-45C0-93F4-CF19800621F4}">
      <dgm:prSet/>
      <dgm:spPr/>
      <dgm:t>
        <a:bodyPr/>
        <a:lstStyle/>
        <a:p>
          <a:r>
            <a:rPr lang="en-US" dirty="0"/>
            <a:t>Show them in a nice format e.g. table, chart</a:t>
          </a:r>
        </a:p>
      </dgm:t>
    </dgm:pt>
    <dgm:pt modelId="{2533F120-2406-47D8-B623-B31DDA1B7D80}" type="parTrans" cxnId="{3F2BDF6F-2C86-4467-95B8-E910700AAE7F}">
      <dgm:prSet/>
      <dgm:spPr/>
    </dgm:pt>
    <dgm:pt modelId="{D4DFC171-0579-457D-BE24-7E21DDF6A3D4}" type="sibTrans" cxnId="{3F2BDF6F-2C86-4467-95B8-E910700AAE7F}">
      <dgm:prSet/>
      <dgm:spPr/>
    </dgm:pt>
    <dgm:pt modelId="{77F9AE09-6F83-4A40-B55F-EA60ECEFDF54}" type="pres">
      <dgm:prSet presAssocID="{06AE3522-238A-4446-A0F7-C76690B76DDF}" presName="linear" presStyleCnt="0">
        <dgm:presLayoutVars>
          <dgm:animLvl val="lvl"/>
          <dgm:resizeHandles val="exact"/>
        </dgm:presLayoutVars>
      </dgm:prSet>
      <dgm:spPr/>
    </dgm:pt>
    <dgm:pt modelId="{C149D1EC-B7B1-4AA0-A228-D467A5C8B048}" type="pres">
      <dgm:prSet presAssocID="{4A2446C9-00C5-4177-A9B8-1941A180B49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14FB84B-1330-4268-A9E3-EE3750C11165}" type="pres">
      <dgm:prSet presAssocID="{9A13C1AB-AAB6-4668-81D9-8DDCDBED0F5C}" presName="spacer" presStyleCnt="0"/>
      <dgm:spPr/>
    </dgm:pt>
    <dgm:pt modelId="{ABA828B4-1556-4D67-912D-DADEDFF0C18C}" type="pres">
      <dgm:prSet presAssocID="{5B47C347-FAD1-4314-9B6E-9FCD4A15D52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D1E4511-DE89-469E-A81D-DBEF51E32B6C}" type="pres">
      <dgm:prSet presAssocID="{5B47C347-FAD1-4314-9B6E-9FCD4A15D52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E998071C-E230-4C74-96C3-2A9E60889EF8}" srcId="{06AE3522-238A-4446-A0F7-C76690B76DDF}" destId="{5B47C347-FAD1-4314-9B6E-9FCD4A15D52D}" srcOrd="1" destOrd="0" parTransId="{D5A4B4AE-98C8-4C96-8B8F-9C78EE3E2504}" sibTransId="{F0F20D2F-7A74-4292-877F-03D83F7A8A38}"/>
    <dgm:cxn modelId="{B472073D-9DEA-45BB-B8F6-74D8217A0772}" type="presOf" srcId="{6355B07A-D185-45C0-93F4-CF19800621F4}" destId="{6D1E4511-DE89-469E-A81D-DBEF51E32B6C}" srcOrd="0" destOrd="1" presId="urn:microsoft.com/office/officeart/2005/8/layout/vList2"/>
    <dgm:cxn modelId="{25CB1544-863F-45F7-8A8A-49F7ABA83B8E}" type="presOf" srcId="{45177439-7717-41DE-AFCF-28825F7E3F1A}" destId="{6D1E4511-DE89-469E-A81D-DBEF51E32B6C}" srcOrd="0" destOrd="0" presId="urn:microsoft.com/office/officeart/2005/8/layout/vList2"/>
    <dgm:cxn modelId="{5568424C-060D-4BA7-8C79-D048545113CC}" type="presOf" srcId="{06AE3522-238A-4446-A0F7-C76690B76DDF}" destId="{77F9AE09-6F83-4A40-B55F-EA60ECEFDF54}" srcOrd="0" destOrd="0" presId="urn:microsoft.com/office/officeart/2005/8/layout/vList2"/>
    <dgm:cxn modelId="{3F2BDF6F-2C86-4467-95B8-E910700AAE7F}" srcId="{5B47C347-FAD1-4314-9B6E-9FCD4A15D52D}" destId="{6355B07A-D185-45C0-93F4-CF19800621F4}" srcOrd="1" destOrd="0" parTransId="{2533F120-2406-47D8-B623-B31DDA1B7D80}" sibTransId="{D4DFC171-0579-457D-BE24-7E21DDF6A3D4}"/>
    <dgm:cxn modelId="{F2A5E0A6-70C2-4E36-81FA-59A31084D75C}" type="presOf" srcId="{4A2446C9-00C5-4177-A9B8-1941A180B49F}" destId="{C149D1EC-B7B1-4AA0-A228-D467A5C8B048}" srcOrd="0" destOrd="0" presId="urn:microsoft.com/office/officeart/2005/8/layout/vList2"/>
    <dgm:cxn modelId="{4EC38CB1-AD98-4B8E-85CF-D6287DB1FBE2}" srcId="{06AE3522-238A-4446-A0F7-C76690B76DDF}" destId="{4A2446C9-00C5-4177-A9B8-1941A180B49F}" srcOrd="0" destOrd="0" parTransId="{201DA26D-00A3-4D6F-AE91-A4DFDD36B5DA}" sibTransId="{9A13C1AB-AAB6-4668-81D9-8DDCDBED0F5C}"/>
    <dgm:cxn modelId="{7DDB35E0-D995-4601-8A2A-E1998FDBEAFF}" srcId="{5B47C347-FAD1-4314-9B6E-9FCD4A15D52D}" destId="{45177439-7717-41DE-AFCF-28825F7E3F1A}" srcOrd="0" destOrd="0" parTransId="{AC06B196-C6B6-4869-9D5E-E1C91FFB0962}" sibTransId="{EDCD4E51-F60B-4102-8095-D64A4F83BA7F}"/>
    <dgm:cxn modelId="{CD6074EE-D456-4B7A-9040-218933294C66}" type="presOf" srcId="{5B47C347-FAD1-4314-9B6E-9FCD4A15D52D}" destId="{ABA828B4-1556-4D67-912D-DADEDFF0C18C}" srcOrd="0" destOrd="0" presId="urn:microsoft.com/office/officeart/2005/8/layout/vList2"/>
    <dgm:cxn modelId="{C0668463-BDFE-4D29-80A8-70F539F5DA9D}" type="presParOf" srcId="{77F9AE09-6F83-4A40-B55F-EA60ECEFDF54}" destId="{C149D1EC-B7B1-4AA0-A228-D467A5C8B048}" srcOrd="0" destOrd="0" presId="urn:microsoft.com/office/officeart/2005/8/layout/vList2"/>
    <dgm:cxn modelId="{DDA0309D-69CD-428D-AFF5-EAFE96768100}" type="presParOf" srcId="{77F9AE09-6F83-4A40-B55F-EA60ECEFDF54}" destId="{A14FB84B-1330-4268-A9E3-EE3750C11165}" srcOrd="1" destOrd="0" presId="urn:microsoft.com/office/officeart/2005/8/layout/vList2"/>
    <dgm:cxn modelId="{2BB0A276-5FA4-45F4-BA4D-99AAE20757EB}" type="presParOf" srcId="{77F9AE09-6F83-4A40-B55F-EA60ECEFDF54}" destId="{ABA828B4-1556-4D67-912D-DADEDFF0C18C}" srcOrd="2" destOrd="0" presId="urn:microsoft.com/office/officeart/2005/8/layout/vList2"/>
    <dgm:cxn modelId="{DFFC7E37-56D7-4AA7-B694-4EA2C918DABD}" type="presParOf" srcId="{77F9AE09-6F83-4A40-B55F-EA60ECEFDF54}" destId="{6D1E4511-DE89-469E-A81D-DBEF51E32B6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6AE3522-238A-4446-A0F7-C76690B76DDF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A2446C9-00C5-4177-A9B8-1941A180B49F}">
      <dgm:prSet/>
      <dgm:spPr/>
      <dgm:t>
        <a:bodyPr/>
        <a:lstStyle/>
        <a:p>
          <a:r>
            <a:rPr lang="en-IE" dirty="0"/>
            <a:t>This is the intelligent part of the project. </a:t>
          </a:r>
          <a:endParaRPr lang="en-US" dirty="0"/>
        </a:p>
      </dgm:t>
    </dgm:pt>
    <dgm:pt modelId="{201DA26D-00A3-4D6F-AE91-A4DFDD36B5DA}" type="parTrans" cxnId="{4EC38CB1-AD98-4B8E-85CF-D6287DB1FBE2}">
      <dgm:prSet/>
      <dgm:spPr/>
      <dgm:t>
        <a:bodyPr/>
        <a:lstStyle/>
        <a:p>
          <a:endParaRPr lang="en-US"/>
        </a:p>
      </dgm:t>
    </dgm:pt>
    <dgm:pt modelId="{9A13C1AB-AAB6-4668-81D9-8DDCDBED0F5C}" type="sibTrans" cxnId="{4EC38CB1-AD98-4B8E-85CF-D6287DB1FBE2}">
      <dgm:prSet/>
      <dgm:spPr/>
      <dgm:t>
        <a:bodyPr/>
        <a:lstStyle/>
        <a:p>
          <a:endParaRPr lang="en-US"/>
        </a:p>
      </dgm:t>
    </dgm:pt>
    <dgm:pt modelId="{45177439-7717-41DE-AFCF-28825F7E3F1A}">
      <dgm:prSet/>
      <dgm:spPr/>
      <dgm:t>
        <a:bodyPr/>
        <a:lstStyle/>
        <a:p>
          <a:r>
            <a:rPr lang="en-IE" dirty="0"/>
            <a:t>Apply machine learning techniques</a:t>
          </a:r>
          <a:endParaRPr lang="en-US" dirty="0"/>
        </a:p>
      </dgm:t>
    </dgm:pt>
    <dgm:pt modelId="{AC06B196-C6B6-4869-9D5E-E1C91FFB0962}" type="parTrans" cxnId="{7DDB35E0-D995-4601-8A2A-E1998FDBEAFF}">
      <dgm:prSet/>
      <dgm:spPr/>
      <dgm:t>
        <a:bodyPr/>
        <a:lstStyle/>
        <a:p>
          <a:endParaRPr lang="en-US"/>
        </a:p>
      </dgm:t>
    </dgm:pt>
    <dgm:pt modelId="{EDCD4E51-F60B-4102-8095-D64A4F83BA7F}" type="sibTrans" cxnId="{7DDB35E0-D995-4601-8A2A-E1998FDBEAFF}">
      <dgm:prSet/>
      <dgm:spPr/>
      <dgm:t>
        <a:bodyPr/>
        <a:lstStyle/>
        <a:p>
          <a:endParaRPr lang="en-US"/>
        </a:p>
      </dgm:t>
    </dgm:pt>
    <dgm:pt modelId="{AF655D75-BEE3-4147-B7BC-A43BBEE9C7E3}">
      <dgm:prSet/>
      <dgm:spPr/>
      <dgm:t>
        <a:bodyPr/>
        <a:lstStyle/>
        <a:p>
          <a:endParaRPr lang="en-US" dirty="0"/>
        </a:p>
      </dgm:t>
    </dgm:pt>
    <dgm:pt modelId="{FF850F24-28D1-4A9A-AD54-DD8D9869E0DA}" type="parTrans" cxnId="{CEFF17A8-4065-4EAE-B6E4-5B43BE9A9358}">
      <dgm:prSet/>
      <dgm:spPr/>
      <dgm:t>
        <a:bodyPr/>
        <a:lstStyle/>
        <a:p>
          <a:endParaRPr lang="en-US"/>
        </a:p>
      </dgm:t>
    </dgm:pt>
    <dgm:pt modelId="{AC576B4A-2AA3-41B0-9977-FE7E6324335F}" type="sibTrans" cxnId="{CEFF17A8-4065-4EAE-B6E4-5B43BE9A9358}">
      <dgm:prSet/>
      <dgm:spPr/>
      <dgm:t>
        <a:bodyPr/>
        <a:lstStyle/>
        <a:p>
          <a:endParaRPr lang="en-US"/>
        </a:p>
      </dgm:t>
    </dgm:pt>
    <dgm:pt modelId="{5B47C347-FAD1-4314-9B6E-9FCD4A15D52D}">
      <dgm:prSet/>
      <dgm:spPr/>
      <dgm:t>
        <a:bodyPr/>
        <a:lstStyle/>
        <a:p>
          <a:r>
            <a:rPr lang="en-IE" dirty="0"/>
            <a:t>Example of Tasks Include:</a:t>
          </a:r>
          <a:endParaRPr lang="en-US" dirty="0"/>
        </a:p>
      </dgm:t>
    </dgm:pt>
    <dgm:pt modelId="{D5A4B4AE-98C8-4C96-8B8F-9C78EE3E2504}" type="parTrans" cxnId="{E998071C-E230-4C74-96C3-2A9E60889EF8}">
      <dgm:prSet/>
      <dgm:spPr/>
    </dgm:pt>
    <dgm:pt modelId="{F0F20D2F-7A74-4292-877F-03D83F7A8A38}" type="sibTrans" cxnId="{E998071C-E230-4C74-96C3-2A9E60889EF8}">
      <dgm:prSet/>
      <dgm:spPr/>
    </dgm:pt>
    <dgm:pt modelId="{6F8F4B1D-7A5E-4F38-B7D9-D86DE5D6720C}">
      <dgm:prSet/>
      <dgm:spPr/>
      <dgm:t>
        <a:bodyPr/>
        <a:lstStyle/>
        <a:p>
          <a:r>
            <a:rPr lang="en-IE" dirty="0"/>
            <a:t>communicate with LLM to produce intelligent results.</a:t>
          </a:r>
          <a:endParaRPr lang="en-US" dirty="0"/>
        </a:p>
      </dgm:t>
    </dgm:pt>
    <dgm:pt modelId="{01D1DDCE-CBE9-4A69-BBD6-9314B69C4375}" type="parTrans" cxnId="{2BB664D7-1FB9-4C00-BE07-DBB8627BC8ED}">
      <dgm:prSet/>
      <dgm:spPr/>
    </dgm:pt>
    <dgm:pt modelId="{8637D8CC-D150-4DBD-B63B-152C6B6B0337}" type="sibTrans" cxnId="{2BB664D7-1FB9-4C00-BE07-DBB8627BC8ED}">
      <dgm:prSet/>
      <dgm:spPr/>
    </dgm:pt>
    <dgm:pt modelId="{77F9AE09-6F83-4A40-B55F-EA60ECEFDF54}" type="pres">
      <dgm:prSet presAssocID="{06AE3522-238A-4446-A0F7-C76690B76DDF}" presName="linear" presStyleCnt="0">
        <dgm:presLayoutVars>
          <dgm:animLvl val="lvl"/>
          <dgm:resizeHandles val="exact"/>
        </dgm:presLayoutVars>
      </dgm:prSet>
      <dgm:spPr/>
    </dgm:pt>
    <dgm:pt modelId="{C149D1EC-B7B1-4AA0-A228-D467A5C8B048}" type="pres">
      <dgm:prSet presAssocID="{4A2446C9-00C5-4177-A9B8-1941A180B49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14FB84B-1330-4268-A9E3-EE3750C11165}" type="pres">
      <dgm:prSet presAssocID="{9A13C1AB-AAB6-4668-81D9-8DDCDBED0F5C}" presName="spacer" presStyleCnt="0"/>
      <dgm:spPr/>
    </dgm:pt>
    <dgm:pt modelId="{ABA828B4-1556-4D67-912D-DADEDFF0C18C}" type="pres">
      <dgm:prSet presAssocID="{5B47C347-FAD1-4314-9B6E-9FCD4A15D52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D1E4511-DE89-469E-A81D-DBEF51E32B6C}" type="pres">
      <dgm:prSet presAssocID="{5B47C347-FAD1-4314-9B6E-9FCD4A15D52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E998071C-E230-4C74-96C3-2A9E60889EF8}" srcId="{06AE3522-238A-4446-A0F7-C76690B76DDF}" destId="{5B47C347-FAD1-4314-9B6E-9FCD4A15D52D}" srcOrd="1" destOrd="0" parTransId="{D5A4B4AE-98C8-4C96-8B8F-9C78EE3E2504}" sibTransId="{F0F20D2F-7A74-4292-877F-03D83F7A8A38}"/>
    <dgm:cxn modelId="{25CB1544-863F-45F7-8A8A-49F7ABA83B8E}" type="presOf" srcId="{45177439-7717-41DE-AFCF-28825F7E3F1A}" destId="{6D1E4511-DE89-469E-A81D-DBEF51E32B6C}" srcOrd="0" destOrd="0" presId="urn:microsoft.com/office/officeart/2005/8/layout/vList2"/>
    <dgm:cxn modelId="{5568424C-060D-4BA7-8C79-D048545113CC}" type="presOf" srcId="{06AE3522-238A-4446-A0F7-C76690B76DDF}" destId="{77F9AE09-6F83-4A40-B55F-EA60ECEFDF54}" srcOrd="0" destOrd="0" presId="urn:microsoft.com/office/officeart/2005/8/layout/vList2"/>
    <dgm:cxn modelId="{9708F37A-5ED0-4B86-88DB-9D33A1C827EA}" type="presOf" srcId="{AF655D75-BEE3-4147-B7BC-A43BBEE9C7E3}" destId="{6D1E4511-DE89-469E-A81D-DBEF51E32B6C}" srcOrd="0" destOrd="2" presId="urn:microsoft.com/office/officeart/2005/8/layout/vList2"/>
    <dgm:cxn modelId="{F2A5E0A6-70C2-4E36-81FA-59A31084D75C}" type="presOf" srcId="{4A2446C9-00C5-4177-A9B8-1941A180B49F}" destId="{C149D1EC-B7B1-4AA0-A228-D467A5C8B048}" srcOrd="0" destOrd="0" presId="urn:microsoft.com/office/officeart/2005/8/layout/vList2"/>
    <dgm:cxn modelId="{CEFF17A8-4065-4EAE-B6E4-5B43BE9A9358}" srcId="{5B47C347-FAD1-4314-9B6E-9FCD4A15D52D}" destId="{AF655D75-BEE3-4147-B7BC-A43BBEE9C7E3}" srcOrd="2" destOrd="0" parTransId="{FF850F24-28D1-4A9A-AD54-DD8D9869E0DA}" sibTransId="{AC576B4A-2AA3-41B0-9977-FE7E6324335F}"/>
    <dgm:cxn modelId="{4EC38CB1-AD98-4B8E-85CF-D6287DB1FBE2}" srcId="{06AE3522-238A-4446-A0F7-C76690B76DDF}" destId="{4A2446C9-00C5-4177-A9B8-1941A180B49F}" srcOrd="0" destOrd="0" parTransId="{201DA26D-00A3-4D6F-AE91-A4DFDD36B5DA}" sibTransId="{9A13C1AB-AAB6-4668-81D9-8DDCDBED0F5C}"/>
    <dgm:cxn modelId="{2BB664D7-1FB9-4C00-BE07-DBB8627BC8ED}" srcId="{5B47C347-FAD1-4314-9B6E-9FCD4A15D52D}" destId="{6F8F4B1D-7A5E-4F38-B7D9-D86DE5D6720C}" srcOrd="1" destOrd="0" parTransId="{01D1DDCE-CBE9-4A69-BBD6-9314B69C4375}" sibTransId="{8637D8CC-D150-4DBD-B63B-152C6B6B0337}"/>
    <dgm:cxn modelId="{7DDB35E0-D995-4601-8A2A-E1998FDBEAFF}" srcId="{5B47C347-FAD1-4314-9B6E-9FCD4A15D52D}" destId="{45177439-7717-41DE-AFCF-28825F7E3F1A}" srcOrd="0" destOrd="0" parTransId="{AC06B196-C6B6-4869-9D5E-E1C91FFB0962}" sibTransId="{EDCD4E51-F60B-4102-8095-D64A4F83BA7F}"/>
    <dgm:cxn modelId="{1B3186E8-07E1-47D0-A63D-C1ACB9FD3CA7}" type="presOf" srcId="{6F8F4B1D-7A5E-4F38-B7D9-D86DE5D6720C}" destId="{6D1E4511-DE89-469E-A81D-DBEF51E32B6C}" srcOrd="0" destOrd="1" presId="urn:microsoft.com/office/officeart/2005/8/layout/vList2"/>
    <dgm:cxn modelId="{CD6074EE-D456-4B7A-9040-218933294C66}" type="presOf" srcId="{5B47C347-FAD1-4314-9B6E-9FCD4A15D52D}" destId="{ABA828B4-1556-4D67-912D-DADEDFF0C18C}" srcOrd="0" destOrd="0" presId="urn:microsoft.com/office/officeart/2005/8/layout/vList2"/>
    <dgm:cxn modelId="{C0668463-BDFE-4D29-80A8-70F539F5DA9D}" type="presParOf" srcId="{77F9AE09-6F83-4A40-B55F-EA60ECEFDF54}" destId="{C149D1EC-B7B1-4AA0-A228-D467A5C8B048}" srcOrd="0" destOrd="0" presId="urn:microsoft.com/office/officeart/2005/8/layout/vList2"/>
    <dgm:cxn modelId="{DDA0309D-69CD-428D-AFF5-EAFE96768100}" type="presParOf" srcId="{77F9AE09-6F83-4A40-B55F-EA60ECEFDF54}" destId="{A14FB84B-1330-4268-A9E3-EE3750C11165}" srcOrd="1" destOrd="0" presId="urn:microsoft.com/office/officeart/2005/8/layout/vList2"/>
    <dgm:cxn modelId="{2BB0A276-5FA4-45F4-BA4D-99AAE20757EB}" type="presParOf" srcId="{77F9AE09-6F83-4A40-B55F-EA60ECEFDF54}" destId="{ABA828B4-1556-4D67-912D-DADEDFF0C18C}" srcOrd="2" destOrd="0" presId="urn:microsoft.com/office/officeart/2005/8/layout/vList2"/>
    <dgm:cxn modelId="{DFFC7E37-56D7-4AA7-B694-4EA2C918DABD}" type="presParOf" srcId="{77F9AE09-6F83-4A40-B55F-EA60ECEFDF54}" destId="{6D1E4511-DE89-469E-A81D-DBEF51E32B6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1EFE0E6-0F1B-4AF8-995E-FE500AA59161}" type="doc">
      <dgm:prSet loTypeId="urn:microsoft.com/office/officeart/2005/8/layout/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B540880-C40E-4B03-A482-7D517BE1FAA4}">
      <dgm:prSet/>
      <dgm:spPr/>
      <dgm:t>
        <a:bodyPr/>
        <a:lstStyle/>
        <a:p>
          <a:r>
            <a:rPr lang="en-IE" b="0" i="0" dirty="0"/>
            <a:t>Because we need to be Agile!</a:t>
          </a:r>
          <a:endParaRPr lang="en-US" dirty="0"/>
        </a:p>
      </dgm:t>
    </dgm:pt>
    <dgm:pt modelId="{86DAE80A-2C9B-4D5D-81D3-3F4DF52597ED}" type="parTrans" cxnId="{55280E98-32E8-4197-ACEF-3E7EF2EB8884}">
      <dgm:prSet/>
      <dgm:spPr/>
      <dgm:t>
        <a:bodyPr/>
        <a:lstStyle/>
        <a:p>
          <a:endParaRPr lang="en-US"/>
        </a:p>
      </dgm:t>
    </dgm:pt>
    <dgm:pt modelId="{7B71734A-F99B-4ABC-BB44-D8F66622A3EC}" type="sibTrans" cxnId="{55280E98-32E8-4197-ACEF-3E7EF2EB8884}">
      <dgm:prSet/>
      <dgm:spPr/>
      <dgm:t>
        <a:bodyPr/>
        <a:lstStyle/>
        <a:p>
          <a:endParaRPr lang="en-US"/>
        </a:p>
      </dgm:t>
    </dgm:pt>
    <dgm:pt modelId="{0118C80C-87A0-4544-A14E-6BD665933F83}">
      <dgm:prSet/>
      <dgm:spPr/>
      <dgm:t>
        <a:bodyPr/>
        <a:lstStyle/>
        <a:p>
          <a:r>
            <a:rPr lang="en-IE" b="0" i="0"/>
            <a:t>Part of real-life situation, never a project is well or fully defined</a:t>
          </a:r>
          <a:endParaRPr lang="en-US"/>
        </a:p>
      </dgm:t>
    </dgm:pt>
    <dgm:pt modelId="{908CCD20-5B1C-478E-A3FC-9C9108B3F485}" type="parTrans" cxnId="{EEE9965D-8347-479F-93D5-49D5ECAC2A18}">
      <dgm:prSet/>
      <dgm:spPr/>
      <dgm:t>
        <a:bodyPr/>
        <a:lstStyle/>
        <a:p>
          <a:endParaRPr lang="en-US"/>
        </a:p>
      </dgm:t>
    </dgm:pt>
    <dgm:pt modelId="{E4405649-1ED5-487D-9E78-AE47BD54106D}" type="sibTrans" cxnId="{EEE9965D-8347-479F-93D5-49D5ECAC2A18}">
      <dgm:prSet/>
      <dgm:spPr/>
      <dgm:t>
        <a:bodyPr/>
        <a:lstStyle/>
        <a:p>
          <a:endParaRPr lang="en-US"/>
        </a:p>
      </dgm:t>
    </dgm:pt>
    <dgm:pt modelId="{716F0E68-B875-4417-A8EA-1F2CAE8F53FB}">
      <dgm:prSet/>
      <dgm:spPr/>
      <dgm:t>
        <a:bodyPr/>
        <a:lstStyle/>
        <a:p>
          <a:r>
            <a:rPr lang="en-IE" b="0" i="0"/>
            <a:t>And it is fun!</a:t>
          </a:r>
          <a:endParaRPr lang="en-US"/>
        </a:p>
      </dgm:t>
    </dgm:pt>
    <dgm:pt modelId="{D11BE66B-FCED-4374-AACB-48F6BBADC9F8}" type="parTrans" cxnId="{33FE6CE4-3C9E-4BB4-A0E7-605BE3F2017B}">
      <dgm:prSet/>
      <dgm:spPr/>
      <dgm:t>
        <a:bodyPr/>
        <a:lstStyle/>
        <a:p>
          <a:endParaRPr lang="en-US"/>
        </a:p>
      </dgm:t>
    </dgm:pt>
    <dgm:pt modelId="{F4BA0BE9-815A-47B2-ADB3-D8823E5F777C}" type="sibTrans" cxnId="{33FE6CE4-3C9E-4BB4-A0E7-605BE3F2017B}">
      <dgm:prSet/>
      <dgm:spPr/>
      <dgm:t>
        <a:bodyPr/>
        <a:lstStyle/>
        <a:p>
          <a:endParaRPr lang="en-US"/>
        </a:p>
      </dgm:t>
    </dgm:pt>
    <dgm:pt modelId="{A4DDF810-7A42-4608-B726-3CBBAB3412D2}" type="pres">
      <dgm:prSet presAssocID="{91EFE0E6-0F1B-4AF8-995E-FE500AA59161}" presName="diagram" presStyleCnt="0">
        <dgm:presLayoutVars>
          <dgm:dir/>
          <dgm:resizeHandles val="exact"/>
        </dgm:presLayoutVars>
      </dgm:prSet>
      <dgm:spPr/>
    </dgm:pt>
    <dgm:pt modelId="{2890302B-00C9-4D3F-80D6-B389BB661516}" type="pres">
      <dgm:prSet presAssocID="{5B540880-C40E-4B03-A482-7D517BE1FAA4}" presName="node" presStyleLbl="node1" presStyleIdx="0" presStyleCnt="3">
        <dgm:presLayoutVars>
          <dgm:bulletEnabled val="1"/>
        </dgm:presLayoutVars>
      </dgm:prSet>
      <dgm:spPr/>
    </dgm:pt>
    <dgm:pt modelId="{411F3761-3C33-479E-B0FB-7557321B4DA1}" type="pres">
      <dgm:prSet presAssocID="{7B71734A-F99B-4ABC-BB44-D8F66622A3EC}" presName="sibTrans" presStyleLbl="sibTrans2D1" presStyleIdx="0" presStyleCnt="2"/>
      <dgm:spPr/>
    </dgm:pt>
    <dgm:pt modelId="{9C91461B-B080-40DE-958C-C9DCA0955BBD}" type="pres">
      <dgm:prSet presAssocID="{7B71734A-F99B-4ABC-BB44-D8F66622A3EC}" presName="connectorText" presStyleLbl="sibTrans2D1" presStyleIdx="0" presStyleCnt="2"/>
      <dgm:spPr/>
    </dgm:pt>
    <dgm:pt modelId="{90009C71-9604-4AEA-A836-F4726A74CBD4}" type="pres">
      <dgm:prSet presAssocID="{0118C80C-87A0-4544-A14E-6BD665933F83}" presName="node" presStyleLbl="node1" presStyleIdx="1" presStyleCnt="3">
        <dgm:presLayoutVars>
          <dgm:bulletEnabled val="1"/>
        </dgm:presLayoutVars>
      </dgm:prSet>
      <dgm:spPr/>
    </dgm:pt>
    <dgm:pt modelId="{A15DAFC7-4101-44B7-AF0E-C968EEE36F81}" type="pres">
      <dgm:prSet presAssocID="{E4405649-1ED5-487D-9E78-AE47BD54106D}" presName="sibTrans" presStyleLbl="sibTrans2D1" presStyleIdx="1" presStyleCnt="2"/>
      <dgm:spPr/>
    </dgm:pt>
    <dgm:pt modelId="{618C5821-C0B5-442C-80A7-E1ED637AC9F5}" type="pres">
      <dgm:prSet presAssocID="{E4405649-1ED5-487D-9E78-AE47BD54106D}" presName="connectorText" presStyleLbl="sibTrans2D1" presStyleIdx="1" presStyleCnt="2"/>
      <dgm:spPr/>
    </dgm:pt>
    <dgm:pt modelId="{CD796EE0-A307-4BD8-9679-189D3705F91E}" type="pres">
      <dgm:prSet presAssocID="{716F0E68-B875-4417-A8EA-1F2CAE8F53FB}" presName="node" presStyleLbl="node1" presStyleIdx="2" presStyleCnt="3">
        <dgm:presLayoutVars>
          <dgm:bulletEnabled val="1"/>
        </dgm:presLayoutVars>
      </dgm:prSet>
      <dgm:spPr/>
    </dgm:pt>
  </dgm:ptLst>
  <dgm:cxnLst>
    <dgm:cxn modelId="{FA9C5F20-8EED-4D07-9469-D5A03525A1BB}" type="presOf" srcId="{E4405649-1ED5-487D-9E78-AE47BD54106D}" destId="{A15DAFC7-4101-44B7-AF0E-C968EEE36F81}" srcOrd="0" destOrd="0" presId="urn:microsoft.com/office/officeart/2005/8/layout/process5"/>
    <dgm:cxn modelId="{38D97122-F27C-4E0C-AD89-6EB9FC06E1B7}" type="presOf" srcId="{7B71734A-F99B-4ABC-BB44-D8F66622A3EC}" destId="{411F3761-3C33-479E-B0FB-7557321B4DA1}" srcOrd="0" destOrd="0" presId="urn:microsoft.com/office/officeart/2005/8/layout/process5"/>
    <dgm:cxn modelId="{0440512A-63BE-4B45-A8C7-B72624CB002D}" type="presOf" srcId="{E4405649-1ED5-487D-9E78-AE47BD54106D}" destId="{618C5821-C0B5-442C-80A7-E1ED637AC9F5}" srcOrd="1" destOrd="0" presId="urn:microsoft.com/office/officeart/2005/8/layout/process5"/>
    <dgm:cxn modelId="{EEE9965D-8347-479F-93D5-49D5ECAC2A18}" srcId="{91EFE0E6-0F1B-4AF8-995E-FE500AA59161}" destId="{0118C80C-87A0-4544-A14E-6BD665933F83}" srcOrd="1" destOrd="0" parTransId="{908CCD20-5B1C-478E-A3FC-9C9108B3F485}" sibTransId="{E4405649-1ED5-487D-9E78-AE47BD54106D}"/>
    <dgm:cxn modelId="{BFC04545-2D51-45FB-AE77-0A62B9B68447}" type="presOf" srcId="{0118C80C-87A0-4544-A14E-6BD665933F83}" destId="{90009C71-9604-4AEA-A836-F4726A74CBD4}" srcOrd="0" destOrd="0" presId="urn:microsoft.com/office/officeart/2005/8/layout/process5"/>
    <dgm:cxn modelId="{0CE4334F-DC47-4BBF-AB1E-16EFF61471A0}" type="presOf" srcId="{5B540880-C40E-4B03-A482-7D517BE1FAA4}" destId="{2890302B-00C9-4D3F-80D6-B389BB661516}" srcOrd="0" destOrd="0" presId="urn:microsoft.com/office/officeart/2005/8/layout/process5"/>
    <dgm:cxn modelId="{01B3B085-8744-4C77-98D7-7B4E31F9742C}" type="presOf" srcId="{7B71734A-F99B-4ABC-BB44-D8F66622A3EC}" destId="{9C91461B-B080-40DE-958C-C9DCA0955BBD}" srcOrd="1" destOrd="0" presId="urn:microsoft.com/office/officeart/2005/8/layout/process5"/>
    <dgm:cxn modelId="{55280E98-32E8-4197-ACEF-3E7EF2EB8884}" srcId="{91EFE0E6-0F1B-4AF8-995E-FE500AA59161}" destId="{5B540880-C40E-4B03-A482-7D517BE1FAA4}" srcOrd="0" destOrd="0" parTransId="{86DAE80A-2C9B-4D5D-81D3-3F4DF52597ED}" sibTransId="{7B71734A-F99B-4ABC-BB44-D8F66622A3EC}"/>
    <dgm:cxn modelId="{F99E419A-B4DC-44A9-8D56-EA71AE27049D}" type="presOf" srcId="{91EFE0E6-0F1B-4AF8-995E-FE500AA59161}" destId="{A4DDF810-7A42-4608-B726-3CBBAB3412D2}" srcOrd="0" destOrd="0" presId="urn:microsoft.com/office/officeart/2005/8/layout/process5"/>
    <dgm:cxn modelId="{45B7B4B7-CDEA-4094-9CBE-0A36CE47E366}" type="presOf" srcId="{716F0E68-B875-4417-A8EA-1F2CAE8F53FB}" destId="{CD796EE0-A307-4BD8-9679-189D3705F91E}" srcOrd="0" destOrd="0" presId="urn:microsoft.com/office/officeart/2005/8/layout/process5"/>
    <dgm:cxn modelId="{33FE6CE4-3C9E-4BB4-A0E7-605BE3F2017B}" srcId="{91EFE0E6-0F1B-4AF8-995E-FE500AA59161}" destId="{716F0E68-B875-4417-A8EA-1F2CAE8F53FB}" srcOrd="2" destOrd="0" parTransId="{D11BE66B-FCED-4374-AACB-48F6BBADC9F8}" sibTransId="{F4BA0BE9-815A-47B2-ADB3-D8823E5F777C}"/>
    <dgm:cxn modelId="{014EF147-252F-406B-9E3F-51DDEAD44EC1}" type="presParOf" srcId="{A4DDF810-7A42-4608-B726-3CBBAB3412D2}" destId="{2890302B-00C9-4D3F-80D6-B389BB661516}" srcOrd="0" destOrd="0" presId="urn:microsoft.com/office/officeart/2005/8/layout/process5"/>
    <dgm:cxn modelId="{CDA07638-135B-4142-8B23-9346BB2C47DA}" type="presParOf" srcId="{A4DDF810-7A42-4608-B726-3CBBAB3412D2}" destId="{411F3761-3C33-479E-B0FB-7557321B4DA1}" srcOrd="1" destOrd="0" presId="urn:microsoft.com/office/officeart/2005/8/layout/process5"/>
    <dgm:cxn modelId="{FA806C94-7533-4D3B-A754-5A80B692E477}" type="presParOf" srcId="{411F3761-3C33-479E-B0FB-7557321B4DA1}" destId="{9C91461B-B080-40DE-958C-C9DCA0955BBD}" srcOrd="0" destOrd="0" presId="urn:microsoft.com/office/officeart/2005/8/layout/process5"/>
    <dgm:cxn modelId="{9EFE7095-3D4D-48FC-ADEA-AB34E252E0EA}" type="presParOf" srcId="{A4DDF810-7A42-4608-B726-3CBBAB3412D2}" destId="{90009C71-9604-4AEA-A836-F4726A74CBD4}" srcOrd="2" destOrd="0" presId="urn:microsoft.com/office/officeart/2005/8/layout/process5"/>
    <dgm:cxn modelId="{63A467C0-9992-4058-83C0-E33D353D724A}" type="presParOf" srcId="{A4DDF810-7A42-4608-B726-3CBBAB3412D2}" destId="{A15DAFC7-4101-44B7-AF0E-C968EEE36F81}" srcOrd="3" destOrd="0" presId="urn:microsoft.com/office/officeart/2005/8/layout/process5"/>
    <dgm:cxn modelId="{BAC467ED-BF57-4A5A-B555-A400DAA0C762}" type="presParOf" srcId="{A15DAFC7-4101-44B7-AF0E-C968EEE36F81}" destId="{618C5821-C0B5-442C-80A7-E1ED637AC9F5}" srcOrd="0" destOrd="0" presId="urn:microsoft.com/office/officeart/2005/8/layout/process5"/>
    <dgm:cxn modelId="{CC53AECB-43C9-4D03-A57E-999F076DDF3B}" type="presParOf" srcId="{A4DDF810-7A42-4608-B726-3CBBAB3412D2}" destId="{CD796EE0-A307-4BD8-9679-189D3705F91E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ABB2F1A-0B43-45E5-A1CC-376C02764E3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9BE2804-AAF9-4938-9A49-B21313FC3635}">
      <dgm:prSet/>
      <dgm:spPr/>
      <dgm:t>
        <a:bodyPr/>
        <a:lstStyle/>
        <a:p>
          <a:pPr>
            <a:defRPr cap="all"/>
          </a:pPr>
          <a:r>
            <a:rPr lang="en-IE"/>
            <a:t>Project Management software</a:t>
          </a:r>
          <a:endParaRPr lang="en-US"/>
        </a:p>
      </dgm:t>
    </dgm:pt>
    <dgm:pt modelId="{3AD00665-CC01-443F-8642-A81A92BE7E39}" type="parTrans" cxnId="{95DE3BC7-43B6-447C-BE90-8E8F896CE3B7}">
      <dgm:prSet/>
      <dgm:spPr/>
      <dgm:t>
        <a:bodyPr/>
        <a:lstStyle/>
        <a:p>
          <a:endParaRPr lang="en-US"/>
        </a:p>
      </dgm:t>
    </dgm:pt>
    <dgm:pt modelId="{E0098036-A1F6-42CC-8493-A246EEB7B23E}" type="sibTrans" cxnId="{95DE3BC7-43B6-447C-BE90-8E8F896CE3B7}">
      <dgm:prSet/>
      <dgm:spPr/>
      <dgm:t>
        <a:bodyPr/>
        <a:lstStyle/>
        <a:p>
          <a:endParaRPr lang="en-US"/>
        </a:p>
      </dgm:t>
    </dgm:pt>
    <dgm:pt modelId="{0CD57206-B12D-4A1D-90FB-D484B63D628A}">
      <dgm:prSet/>
      <dgm:spPr/>
      <dgm:t>
        <a:bodyPr/>
        <a:lstStyle/>
        <a:p>
          <a:pPr>
            <a:defRPr cap="all"/>
          </a:pPr>
          <a:r>
            <a:rPr lang="en-IE"/>
            <a:t>Code Repository &amp; DevOps</a:t>
          </a:r>
          <a:endParaRPr lang="en-US"/>
        </a:p>
      </dgm:t>
    </dgm:pt>
    <dgm:pt modelId="{83621679-494B-413D-8532-20F52CBC8056}" type="parTrans" cxnId="{431DEDFF-21DC-4561-BC55-AEAB375B9BCE}">
      <dgm:prSet/>
      <dgm:spPr/>
      <dgm:t>
        <a:bodyPr/>
        <a:lstStyle/>
        <a:p>
          <a:endParaRPr lang="en-US"/>
        </a:p>
      </dgm:t>
    </dgm:pt>
    <dgm:pt modelId="{4C33C19B-5E09-4468-AAB6-4C79C665F18F}" type="sibTrans" cxnId="{431DEDFF-21DC-4561-BC55-AEAB375B9BCE}">
      <dgm:prSet/>
      <dgm:spPr/>
      <dgm:t>
        <a:bodyPr/>
        <a:lstStyle/>
        <a:p>
          <a:endParaRPr lang="en-US"/>
        </a:p>
      </dgm:t>
    </dgm:pt>
    <dgm:pt modelId="{CA7A5294-7B86-4671-A9A7-379AB65B3DF8}">
      <dgm:prSet/>
      <dgm:spPr/>
      <dgm:t>
        <a:bodyPr/>
        <a:lstStyle/>
        <a:p>
          <a:pPr>
            <a:defRPr cap="all"/>
          </a:pPr>
          <a:r>
            <a:rPr lang="en-GB"/>
            <a:t>Software Development</a:t>
          </a:r>
          <a:endParaRPr lang="en-US"/>
        </a:p>
      </dgm:t>
    </dgm:pt>
    <dgm:pt modelId="{D4964D40-8F2C-4487-8BC3-CA9CDB6F674B}" type="parTrans" cxnId="{D60BD355-444B-47B4-BB28-97D3C8DEE352}">
      <dgm:prSet/>
      <dgm:spPr/>
      <dgm:t>
        <a:bodyPr/>
        <a:lstStyle/>
        <a:p>
          <a:endParaRPr lang="en-US"/>
        </a:p>
      </dgm:t>
    </dgm:pt>
    <dgm:pt modelId="{1F324699-FC5F-4C70-A7AF-9F168AEB2159}" type="sibTrans" cxnId="{D60BD355-444B-47B4-BB28-97D3C8DEE352}">
      <dgm:prSet/>
      <dgm:spPr/>
      <dgm:t>
        <a:bodyPr/>
        <a:lstStyle/>
        <a:p>
          <a:endParaRPr lang="en-US"/>
        </a:p>
      </dgm:t>
    </dgm:pt>
    <dgm:pt modelId="{93DCAF3D-4E8B-42D6-A416-23E2A75FA635}">
      <dgm:prSet/>
      <dgm:spPr/>
      <dgm:t>
        <a:bodyPr/>
        <a:lstStyle/>
        <a:p>
          <a:pPr>
            <a:defRPr cap="all"/>
          </a:pPr>
          <a:r>
            <a:rPr lang="en-IE"/>
            <a:t>Hosting of project</a:t>
          </a:r>
          <a:endParaRPr lang="en-US"/>
        </a:p>
      </dgm:t>
    </dgm:pt>
    <dgm:pt modelId="{E7F0F54C-48A9-46DF-8FAC-A708A15C91E8}" type="parTrans" cxnId="{75CAB623-45ED-44E9-82D4-35A40E7DFFEF}">
      <dgm:prSet/>
      <dgm:spPr/>
      <dgm:t>
        <a:bodyPr/>
        <a:lstStyle/>
        <a:p>
          <a:endParaRPr lang="en-US"/>
        </a:p>
      </dgm:t>
    </dgm:pt>
    <dgm:pt modelId="{24424EA7-4330-4A11-B1BE-276864381E60}" type="sibTrans" cxnId="{75CAB623-45ED-44E9-82D4-35A40E7DFFEF}">
      <dgm:prSet/>
      <dgm:spPr/>
      <dgm:t>
        <a:bodyPr/>
        <a:lstStyle/>
        <a:p>
          <a:endParaRPr lang="en-US"/>
        </a:p>
      </dgm:t>
    </dgm:pt>
    <dgm:pt modelId="{29E74D81-F8E6-44D2-AFC5-35672B06B103}" type="pres">
      <dgm:prSet presAssocID="{2ABB2F1A-0B43-45E5-A1CC-376C02764E37}" presName="root" presStyleCnt="0">
        <dgm:presLayoutVars>
          <dgm:dir/>
          <dgm:resizeHandles val="exact"/>
        </dgm:presLayoutVars>
      </dgm:prSet>
      <dgm:spPr/>
    </dgm:pt>
    <dgm:pt modelId="{CA526C5D-9939-4F2E-9107-CC0AE4D14E6D}" type="pres">
      <dgm:prSet presAssocID="{09BE2804-AAF9-4938-9A49-B21313FC3635}" presName="compNode" presStyleCnt="0"/>
      <dgm:spPr/>
    </dgm:pt>
    <dgm:pt modelId="{D7986DAC-6CD4-4953-AFC3-9CD415C8DD73}" type="pres">
      <dgm:prSet presAssocID="{09BE2804-AAF9-4938-9A49-B21313FC3635}" presName="iconBgRect" presStyleLbl="bgShp" presStyleIdx="0" presStyleCnt="4"/>
      <dgm:spPr/>
    </dgm:pt>
    <dgm:pt modelId="{B8B946ED-6A5A-41FB-8CA1-4E3AAD892D3F}" type="pres">
      <dgm:prSet presAssocID="{09BE2804-AAF9-4938-9A49-B21313FC363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94EBFE9-8FAE-427E-9559-90FB9C3602BA}" type="pres">
      <dgm:prSet presAssocID="{09BE2804-AAF9-4938-9A49-B21313FC3635}" presName="spaceRect" presStyleCnt="0"/>
      <dgm:spPr/>
    </dgm:pt>
    <dgm:pt modelId="{3B1F9051-AAC3-4EA0-B97E-81715C00139B}" type="pres">
      <dgm:prSet presAssocID="{09BE2804-AAF9-4938-9A49-B21313FC3635}" presName="textRect" presStyleLbl="revTx" presStyleIdx="0" presStyleCnt="4">
        <dgm:presLayoutVars>
          <dgm:chMax val="1"/>
          <dgm:chPref val="1"/>
        </dgm:presLayoutVars>
      </dgm:prSet>
      <dgm:spPr/>
    </dgm:pt>
    <dgm:pt modelId="{E317EAB3-A24E-439D-BB7B-26129E37CA75}" type="pres">
      <dgm:prSet presAssocID="{E0098036-A1F6-42CC-8493-A246EEB7B23E}" presName="sibTrans" presStyleCnt="0"/>
      <dgm:spPr/>
    </dgm:pt>
    <dgm:pt modelId="{A7E1BB20-9117-469A-9496-ED7BAE414050}" type="pres">
      <dgm:prSet presAssocID="{0CD57206-B12D-4A1D-90FB-D484B63D628A}" presName="compNode" presStyleCnt="0"/>
      <dgm:spPr/>
    </dgm:pt>
    <dgm:pt modelId="{A49E1991-4594-4DDF-9558-41B5BC46245D}" type="pres">
      <dgm:prSet presAssocID="{0CD57206-B12D-4A1D-90FB-D484B63D628A}" presName="iconBgRect" presStyleLbl="bgShp" presStyleIdx="1" presStyleCnt="4"/>
      <dgm:spPr/>
    </dgm:pt>
    <dgm:pt modelId="{E1AF84F3-0762-4245-A36B-01F35AF82AF0}" type="pres">
      <dgm:prSet presAssocID="{0CD57206-B12D-4A1D-90FB-D484B63D628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E4ED008-1F83-449F-89DF-6DC28E1C508E}" type="pres">
      <dgm:prSet presAssocID="{0CD57206-B12D-4A1D-90FB-D484B63D628A}" presName="spaceRect" presStyleCnt="0"/>
      <dgm:spPr/>
    </dgm:pt>
    <dgm:pt modelId="{A23D80E8-E83C-4A7B-B6D7-D490CD933CE9}" type="pres">
      <dgm:prSet presAssocID="{0CD57206-B12D-4A1D-90FB-D484B63D628A}" presName="textRect" presStyleLbl="revTx" presStyleIdx="1" presStyleCnt="4">
        <dgm:presLayoutVars>
          <dgm:chMax val="1"/>
          <dgm:chPref val="1"/>
        </dgm:presLayoutVars>
      </dgm:prSet>
      <dgm:spPr/>
    </dgm:pt>
    <dgm:pt modelId="{14CDFDBF-D4B7-47D8-95F2-70D3883F2DBA}" type="pres">
      <dgm:prSet presAssocID="{4C33C19B-5E09-4468-AAB6-4C79C665F18F}" presName="sibTrans" presStyleCnt="0"/>
      <dgm:spPr/>
    </dgm:pt>
    <dgm:pt modelId="{8E83DB91-45D3-4E31-858F-9C01ABBD2C46}" type="pres">
      <dgm:prSet presAssocID="{CA7A5294-7B86-4671-A9A7-379AB65B3DF8}" presName="compNode" presStyleCnt="0"/>
      <dgm:spPr/>
    </dgm:pt>
    <dgm:pt modelId="{6FA8CCA9-9ACB-4C84-A5D5-A5F4CC671746}" type="pres">
      <dgm:prSet presAssocID="{CA7A5294-7B86-4671-A9A7-379AB65B3DF8}" presName="iconBgRect" presStyleLbl="bgShp" presStyleIdx="2" presStyleCnt="4"/>
      <dgm:spPr/>
    </dgm:pt>
    <dgm:pt modelId="{EC945421-D05B-4744-A122-BED3CA5A41CC}" type="pres">
      <dgm:prSet presAssocID="{CA7A5294-7B86-4671-A9A7-379AB65B3DF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482FCE9E-CEC8-4E14-B8FE-D4FC21CE0204}" type="pres">
      <dgm:prSet presAssocID="{CA7A5294-7B86-4671-A9A7-379AB65B3DF8}" presName="spaceRect" presStyleCnt="0"/>
      <dgm:spPr/>
    </dgm:pt>
    <dgm:pt modelId="{242A18EA-F759-44FD-B1BD-E53D202B8E42}" type="pres">
      <dgm:prSet presAssocID="{CA7A5294-7B86-4671-A9A7-379AB65B3DF8}" presName="textRect" presStyleLbl="revTx" presStyleIdx="2" presStyleCnt="4">
        <dgm:presLayoutVars>
          <dgm:chMax val="1"/>
          <dgm:chPref val="1"/>
        </dgm:presLayoutVars>
      </dgm:prSet>
      <dgm:spPr/>
    </dgm:pt>
    <dgm:pt modelId="{FCEE550D-470F-4917-91FF-91E9A1A03A05}" type="pres">
      <dgm:prSet presAssocID="{1F324699-FC5F-4C70-A7AF-9F168AEB2159}" presName="sibTrans" presStyleCnt="0"/>
      <dgm:spPr/>
    </dgm:pt>
    <dgm:pt modelId="{CD87E151-866D-4C29-8F06-B4E497E794E4}" type="pres">
      <dgm:prSet presAssocID="{93DCAF3D-4E8B-42D6-A416-23E2A75FA635}" presName="compNode" presStyleCnt="0"/>
      <dgm:spPr/>
    </dgm:pt>
    <dgm:pt modelId="{0D9A507D-9C70-4DA2-86ED-65E3E3CF3B9B}" type="pres">
      <dgm:prSet presAssocID="{93DCAF3D-4E8B-42D6-A416-23E2A75FA635}" presName="iconBgRect" presStyleLbl="bgShp" presStyleIdx="3" presStyleCnt="4"/>
      <dgm:spPr/>
    </dgm:pt>
    <dgm:pt modelId="{BA32BE58-148F-428B-ABE0-D2025D1D2122}" type="pres">
      <dgm:prSet presAssocID="{93DCAF3D-4E8B-42D6-A416-23E2A75FA63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33D6B552-EC29-411E-B41E-BA9E3815F9C4}" type="pres">
      <dgm:prSet presAssocID="{93DCAF3D-4E8B-42D6-A416-23E2A75FA635}" presName="spaceRect" presStyleCnt="0"/>
      <dgm:spPr/>
    </dgm:pt>
    <dgm:pt modelId="{A43E4861-EF97-497B-8A30-20200676DB10}" type="pres">
      <dgm:prSet presAssocID="{93DCAF3D-4E8B-42D6-A416-23E2A75FA63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5C8D417-F309-401E-B79D-1E18991A71CC}" type="presOf" srcId="{0CD57206-B12D-4A1D-90FB-D484B63D628A}" destId="{A23D80E8-E83C-4A7B-B6D7-D490CD933CE9}" srcOrd="0" destOrd="0" presId="urn:microsoft.com/office/officeart/2018/5/layout/IconCircleLabelList"/>
    <dgm:cxn modelId="{75CAB623-45ED-44E9-82D4-35A40E7DFFEF}" srcId="{2ABB2F1A-0B43-45E5-A1CC-376C02764E37}" destId="{93DCAF3D-4E8B-42D6-A416-23E2A75FA635}" srcOrd="3" destOrd="0" parTransId="{E7F0F54C-48A9-46DF-8FAC-A708A15C91E8}" sibTransId="{24424EA7-4330-4A11-B1BE-276864381E60}"/>
    <dgm:cxn modelId="{A730482D-59D9-4945-864C-516060AA6209}" type="presOf" srcId="{93DCAF3D-4E8B-42D6-A416-23E2A75FA635}" destId="{A43E4861-EF97-497B-8A30-20200676DB10}" srcOrd="0" destOrd="0" presId="urn:microsoft.com/office/officeart/2018/5/layout/IconCircleLabelList"/>
    <dgm:cxn modelId="{D60BD355-444B-47B4-BB28-97D3C8DEE352}" srcId="{2ABB2F1A-0B43-45E5-A1CC-376C02764E37}" destId="{CA7A5294-7B86-4671-A9A7-379AB65B3DF8}" srcOrd="2" destOrd="0" parTransId="{D4964D40-8F2C-4487-8BC3-CA9CDB6F674B}" sibTransId="{1F324699-FC5F-4C70-A7AF-9F168AEB2159}"/>
    <dgm:cxn modelId="{28C86D87-6B51-46CF-9AE5-E37440BC77B4}" type="presOf" srcId="{2ABB2F1A-0B43-45E5-A1CC-376C02764E37}" destId="{29E74D81-F8E6-44D2-AFC5-35672B06B103}" srcOrd="0" destOrd="0" presId="urn:microsoft.com/office/officeart/2018/5/layout/IconCircleLabelList"/>
    <dgm:cxn modelId="{8DA2149E-A3DE-49C4-937A-948FD1663FB2}" type="presOf" srcId="{09BE2804-AAF9-4938-9A49-B21313FC3635}" destId="{3B1F9051-AAC3-4EA0-B97E-81715C00139B}" srcOrd="0" destOrd="0" presId="urn:microsoft.com/office/officeart/2018/5/layout/IconCircleLabelList"/>
    <dgm:cxn modelId="{75A2FAC0-6BAE-43D4-9F48-6E453D05816A}" type="presOf" srcId="{CA7A5294-7B86-4671-A9A7-379AB65B3DF8}" destId="{242A18EA-F759-44FD-B1BD-E53D202B8E42}" srcOrd="0" destOrd="0" presId="urn:microsoft.com/office/officeart/2018/5/layout/IconCircleLabelList"/>
    <dgm:cxn modelId="{95DE3BC7-43B6-447C-BE90-8E8F896CE3B7}" srcId="{2ABB2F1A-0B43-45E5-A1CC-376C02764E37}" destId="{09BE2804-AAF9-4938-9A49-B21313FC3635}" srcOrd="0" destOrd="0" parTransId="{3AD00665-CC01-443F-8642-A81A92BE7E39}" sibTransId="{E0098036-A1F6-42CC-8493-A246EEB7B23E}"/>
    <dgm:cxn modelId="{431DEDFF-21DC-4561-BC55-AEAB375B9BCE}" srcId="{2ABB2F1A-0B43-45E5-A1CC-376C02764E37}" destId="{0CD57206-B12D-4A1D-90FB-D484B63D628A}" srcOrd="1" destOrd="0" parTransId="{83621679-494B-413D-8532-20F52CBC8056}" sibTransId="{4C33C19B-5E09-4468-AAB6-4C79C665F18F}"/>
    <dgm:cxn modelId="{0FF0941D-137C-4815-9DB1-F248C22907C9}" type="presParOf" srcId="{29E74D81-F8E6-44D2-AFC5-35672B06B103}" destId="{CA526C5D-9939-4F2E-9107-CC0AE4D14E6D}" srcOrd="0" destOrd="0" presId="urn:microsoft.com/office/officeart/2018/5/layout/IconCircleLabelList"/>
    <dgm:cxn modelId="{6B4B8A27-988B-4187-8352-88495CB7D792}" type="presParOf" srcId="{CA526C5D-9939-4F2E-9107-CC0AE4D14E6D}" destId="{D7986DAC-6CD4-4953-AFC3-9CD415C8DD73}" srcOrd="0" destOrd="0" presId="urn:microsoft.com/office/officeart/2018/5/layout/IconCircleLabelList"/>
    <dgm:cxn modelId="{DD92FA80-2CCB-401A-A57C-171A075D398F}" type="presParOf" srcId="{CA526C5D-9939-4F2E-9107-CC0AE4D14E6D}" destId="{B8B946ED-6A5A-41FB-8CA1-4E3AAD892D3F}" srcOrd="1" destOrd="0" presId="urn:microsoft.com/office/officeart/2018/5/layout/IconCircleLabelList"/>
    <dgm:cxn modelId="{365D006A-37CC-48EE-AD46-8FDA6B0D4BA6}" type="presParOf" srcId="{CA526C5D-9939-4F2E-9107-CC0AE4D14E6D}" destId="{B94EBFE9-8FAE-427E-9559-90FB9C3602BA}" srcOrd="2" destOrd="0" presId="urn:microsoft.com/office/officeart/2018/5/layout/IconCircleLabelList"/>
    <dgm:cxn modelId="{3DC251B5-1D19-4B6B-9ECA-23232D68CAB1}" type="presParOf" srcId="{CA526C5D-9939-4F2E-9107-CC0AE4D14E6D}" destId="{3B1F9051-AAC3-4EA0-B97E-81715C00139B}" srcOrd="3" destOrd="0" presId="urn:microsoft.com/office/officeart/2018/5/layout/IconCircleLabelList"/>
    <dgm:cxn modelId="{933840CC-907A-4DD2-A24E-9848965A2D97}" type="presParOf" srcId="{29E74D81-F8E6-44D2-AFC5-35672B06B103}" destId="{E317EAB3-A24E-439D-BB7B-26129E37CA75}" srcOrd="1" destOrd="0" presId="urn:microsoft.com/office/officeart/2018/5/layout/IconCircleLabelList"/>
    <dgm:cxn modelId="{8B1A88FD-FB58-4BC7-B396-4012397D206C}" type="presParOf" srcId="{29E74D81-F8E6-44D2-AFC5-35672B06B103}" destId="{A7E1BB20-9117-469A-9496-ED7BAE414050}" srcOrd="2" destOrd="0" presId="urn:microsoft.com/office/officeart/2018/5/layout/IconCircleLabelList"/>
    <dgm:cxn modelId="{461F7895-2A00-4E5F-B5D4-D5B219DA79EC}" type="presParOf" srcId="{A7E1BB20-9117-469A-9496-ED7BAE414050}" destId="{A49E1991-4594-4DDF-9558-41B5BC46245D}" srcOrd="0" destOrd="0" presId="urn:microsoft.com/office/officeart/2018/5/layout/IconCircleLabelList"/>
    <dgm:cxn modelId="{8E3E0F46-B3FC-40F0-A3D3-D0C08E541141}" type="presParOf" srcId="{A7E1BB20-9117-469A-9496-ED7BAE414050}" destId="{E1AF84F3-0762-4245-A36B-01F35AF82AF0}" srcOrd="1" destOrd="0" presId="urn:microsoft.com/office/officeart/2018/5/layout/IconCircleLabelList"/>
    <dgm:cxn modelId="{9A823E71-4197-4710-90F0-8A261F175C0C}" type="presParOf" srcId="{A7E1BB20-9117-469A-9496-ED7BAE414050}" destId="{7E4ED008-1F83-449F-89DF-6DC28E1C508E}" srcOrd="2" destOrd="0" presId="urn:microsoft.com/office/officeart/2018/5/layout/IconCircleLabelList"/>
    <dgm:cxn modelId="{8531460B-634A-4749-8A9B-2F00B6E8D936}" type="presParOf" srcId="{A7E1BB20-9117-469A-9496-ED7BAE414050}" destId="{A23D80E8-E83C-4A7B-B6D7-D490CD933CE9}" srcOrd="3" destOrd="0" presId="urn:microsoft.com/office/officeart/2018/5/layout/IconCircleLabelList"/>
    <dgm:cxn modelId="{6A645646-8D4D-4584-9EAD-A7CDB6F723BA}" type="presParOf" srcId="{29E74D81-F8E6-44D2-AFC5-35672B06B103}" destId="{14CDFDBF-D4B7-47D8-95F2-70D3883F2DBA}" srcOrd="3" destOrd="0" presId="urn:microsoft.com/office/officeart/2018/5/layout/IconCircleLabelList"/>
    <dgm:cxn modelId="{99BB3230-DC4E-44D9-8F89-5DB2F24445C6}" type="presParOf" srcId="{29E74D81-F8E6-44D2-AFC5-35672B06B103}" destId="{8E83DB91-45D3-4E31-858F-9C01ABBD2C46}" srcOrd="4" destOrd="0" presId="urn:microsoft.com/office/officeart/2018/5/layout/IconCircleLabelList"/>
    <dgm:cxn modelId="{8EC306A1-BBD2-419F-8FA7-D67BAF0B669D}" type="presParOf" srcId="{8E83DB91-45D3-4E31-858F-9C01ABBD2C46}" destId="{6FA8CCA9-9ACB-4C84-A5D5-A5F4CC671746}" srcOrd="0" destOrd="0" presId="urn:microsoft.com/office/officeart/2018/5/layout/IconCircleLabelList"/>
    <dgm:cxn modelId="{C466D738-FED0-454F-BF7F-3ED39DE99850}" type="presParOf" srcId="{8E83DB91-45D3-4E31-858F-9C01ABBD2C46}" destId="{EC945421-D05B-4744-A122-BED3CA5A41CC}" srcOrd="1" destOrd="0" presId="urn:microsoft.com/office/officeart/2018/5/layout/IconCircleLabelList"/>
    <dgm:cxn modelId="{AA2EA7F5-892E-4D58-983F-6A60F5C6E000}" type="presParOf" srcId="{8E83DB91-45D3-4E31-858F-9C01ABBD2C46}" destId="{482FCE9E-CEC8-4E14-B8FE-D4FC21CE0204}" srcOrd="2" destOrd="0" presId="urn:microsoft.com/office/officeart/2018/5/layout/IconCircleLabelList"/>
    <dgm:cxn modelId="{099A18CF-BF32-4F0B-B40E-1BDC0340B5CA}" type="presParOf" srcId="{8E83DB91-45D3-4E31-858F-9C01ABBD2C46}" destId="{242A18EA-F759-44FD-B1BD-E53D202B8E42}" srcOrd="3" destOrd="0" presId="urn:microsoft.com/office/officeart/2018/5/layout/IconCircleLabelList"/>
    <dgm:cxn modelId="{B288FEC2-32FA-4DCF-934D-AEFC670F00AF}" type="presParOf" srcId="{29E74D81-F8E6-44D2-AFC5-35672B06B103}" destId="{FCEE550D-470F-4917-91FF-91E9A1A03A05}" srcOrd="5" destOrd="0" presId="urn:microsoft.com/office/officeart/2018/5/layout/IconCircleLabelList"/>
    <dgm:cxn modelId="{CD2121F0-8EA0-4C5C-B1A6-82F313F22491}" type="presParOf" srcId="{29E74D81-F8E6-44D2-AFC5-35672B06B103}" destId="{CD87E151-866D-4C29-8F06-B4E497E794E4}" srcOrd="6" destOrd="0" presId="urn:microsoft.com/office/officeart/2018/5/layout/IconCircleLabelList"/>
    <dgm:cxn modelId="{E0B8C421-7230-4253-8091-222E06750811}" type="presParOf" srcId="{CD87E151-866D-4C29-8F06-B4E497E794E4}" destId="{0D9A507D-9C70-4DA2-86ED-65E3E3CF3B9B}" srcOrd="0" destOrd="0" presId="urn:microsoft.com/office/officeart/2018/5/layout/IconCircleLabelList"/>
    <dgm:cxn modelId="{44E1C8A3-B04F-46A5-80CB-B6FC1BFBD6D0}" type="presParOf" srcId="{CD87E151-866D-4C29-8F06-B4E497E794E4}" destId="{BA32BE58-148F-428B-ABE0-D2025D1D2122}" srcOrd="1" destOrd="0" presId="urn:microsoft.com/office/officeart/2018/5/layout/IconCircleLabelList"/>
    <dgm:cxn modelId="{95B10B79-AA4C-4196-86C8-BE6549B520B7}" type="presParOf" srcId="{CD87E151-866D-4C29-8F06-B4E497E794E4}" destId="{33D6B552-EC29-411E-B41E-BA9E3815F9C4}" srcOrd="2" destOrd="0" presId="urn:microsoft.com/office/officeart/2018/5/layout/IconCircleLabelList"/>
    <dgm:cxn modelId="{84B1FAC1-B8FF-44CA-9E06-CDBF4DD8F97B}" type="presParOf" srcId="{CD87E151-866D-4C29-8F06-B4E497E794E4}" destId="{A43E4861-EF97-497B-8A30-20200676DB1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355090D-F5C7-4136-B681-65B3F2EE1CA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5F97991-9103-4203-9B2F-69C0E9668127}">
      <dgm:prSet/>
      <dgm:spPr/>
      <dgm:t>
        <a:bodyPr/>
        <a:lstStyle/>
        <a:p>
          <a:pPr>
            <a:defRPr b="1"/>
          </a:pPr>
          <a:r>
            <a:rPr lang="en-IE" b="0" i="0"/>
            <a:t>Back-end Technologies for Programming</a:t>
          </a:r>
          <a:endParaRPr lang="en-US"/>
        </a:p>
      </dgm:t>
    </dgm:pt>
    <dgm:pt modelId="{A4CEA595-7CC4-4E3F-B644-E58DDB3D6621}" type="parTrans" cxnId="{EA7E4187-6C42-4DD9-94F3-B424AF5761D5}">
      <dgm:prSet/>
      <dgm:spPr/>
      <dgm:t>
        <a:bodyPr/>
        <a:lstStyle/>
        <a:p>
          <a:endParaRPr lang="en-US"/>
        </a:p>
      </dgm:t>
    </dgm:pt>
    <dgm:pt modelId="{427292E3-8B15-435D-ADAE-38775F493637}" type="sibTrans" cxnId="{EA7E4187-6C42-4DD9-94F3-B424AF5761D5}">
      <dgm:prSet/>
      <dgm:spPr/>
      <dgm:t>
        <a:bodyPr/>
        <a:lstStyle/>
        <a:p>
          <a:endParaRPr lang="en-US"/>
        </a:p>
      </dgm:t>
    </dgm:pt>
    <dgm:pt modelId="{FA2278CE-193D-44BB-BC31-DBBAC94899A3}">
      <dgm:prSet/>
      <dgm:spPr/>
      <dgm:t>
        <a:bodyPr/>
        <a:lstStyle/>
        <a:p>
          <a:r>
            <a:rPr lang="en-IE" b="0" i="0"/>
            <a:t>Python, node.js Java</a:t>
          </a:r>
          <a:endParaRPr lang="en-US"/>
        </a:p>
      </dgm:t>
    </dgm:pt>
    <dgm:pt modelId="{BA9758BE-19C0-46FB-9157-C0C5486B46D2}" type="parTrans" cxnId="{3C4F2080-A7B5-4F7A-8805-A3B5B03D8FAB}">
      <dgm:prSet/>
      <dgm:spPr/>
      <dgm:t>
        <a:bodyPr/>
        <a:lstStyle/>
        <a:p>
          <a:endParaRPr lang="en-US"/>
        </a:p>
      </dgm:t>
    </dgm:pt>
    <dgm:pt modelId="{0E6BED4A-1A1D-4DB3-843E-A739E127FD26}" type="sibTrans" cxnId="{3C4F2080-A7B5-4F7A-8805-A3B5B03D8FAB}">
      <dgm:prSet/>
      <dgm:spPr/>
      <dgm:t>
        <a:bodyPr/>
        <a:lstStyle/>
        <a:p>
          <a:endParaRPr lang="en-US"/>
        </a:p>
      </dgm:t>
    </dgm:pt>
    <dgm:pt modelId="{2E7E41B9-4689-418E-A410-16BA21B253D6}">
      <dgm:prSet/>
      <dgm:spPr/>
      <dgm:t>
        <a:bodyPr/>
        <a:lstStyle/>
        <a:p>
          <a:pPr>
            <a:defRPr b="1"/>
          </a:pPr>
          <a:r>
            <a:rPr lang="en-IE" b="0" i="0"/>
            <a:t>Front-End Technologies for Interface</a:t>
          </a:r>
          <a:endParaRPr lang="en-US"/>
        </a:p>
      </dgm:t>
    </dgm:pt>
    <dgm:pt modelId="{A0CEA868-DFA5-4F8A-8CBB-F6EE3BE6F7DC}" type="parTrans" cxnId="{E8F1754D-8AF7-4646-907B-71B26096636E}">
      <dgm:prSet/>
      <dgm:spPr/>
      <dgm:t>
        <a:bodyPr/>
        <a:lstStyle/>
        <a:p>
          <a:endParaRPr lang="en-US"/>
        </a:p>
      </dgm:t>
    </dgm:pt>
    <dgm:pt modelId="{4FFA4312-886A-40A2-B144-12A077109717}" type="sibTrans" cxnId="{E8F1754D-8AF7-4646-907B-71B26096636E}">
      <dgm:prSet/>
      <dgm:spPr/>
      <dgm:t>
        <a:bodyPr/>
        <a:lstStyle/>
        <a:p>
          <a:endParaRPr lang="en-US"/>
        </a:p>
      </dgm:t>
    </dgm:pt>
    <dgm:pt modelId="{6ADF5AE3-4D1A-4C24-BE8B-62D1B8B38E62}">
      <dgm:prSet/>
      <dgm:spPr/>
      <dgm:t>
        <a:bodyPr/>
        <a:lstStyle/>
        <a:p>
          <a:r>
            <a:rPr lang="en-IE" b="0" i="0"/>
            <a:t>Javascript frameworks: ReactJS, VueJS, AngularJS</a:t>
          </a:r>
          <a:endParaRPr lang="en-US"/>
        </a:p>
      </dgm:t>
    </dgm:pt>
    <dgm:pt modelId="{D0883244-D247-44ED-A936-2594CF9B9209}" type="parTrans" cxnId="{8D78213A-E969-4E87-B274-CE50DEF6BDF4}">
      <dgm:prSet/>
      <dgm:spPr/>
      <dgm:t>
        <a:bodyPr/>
        <a:lstStyle/>
        <a:p>
          <a:endParaRPr lang="en-US"/>
        </a:p>
      </dgm:t>
    </dgm:pt>
    <dgm:pt modelId="{8C7D09E9-4810-406D-8F87-98DB7CDD7CC2}" type="sibTrans" cxnId="{8D78213A-E969-4E87-B274-CE50DEF6BDF4}">
      <dgm:prSet/>
      <dgm:spPr/>
      <dgm:t>
        <a:bodyPr/>
        <a:lstStyle/>
        <a:p>
          <a:endParaRPr lang="en-US"/>
        </a:p>
      </dgm:t>
    </dgm:pt>
    <dgm:pt modelId="{6F5A19DE-2794-4CC2-A9B0-8C87F7C187F9}">
      <dgm:prSet/>
      <dgm:spPr/>
      <dgm:t>
        <a:bodyPr/>
        <a:lstStyle/>
        <a:p>
          <a:r>
            <a:rPr lang="en-IE" b="0" i="0"/>
            <a:t>HTML, CSS</a:t>
          </a:r>
          <a:endParaRPr lang="en-US"/>
        </a:p>
      </dgm:t>
    </dgm:pt>
    <dgm:pt modelId="{0B91507C-2D6A-451B-9A6A-50FD8A960A7B}" type="parTrans" cxnId="{CA4FF477-36BB-4018-BE16-D03C7E8359B2}">
      <dgm:prSet/>
      <dgm:spPr/>
      <dgm:t>
        <a:bodyPr/>
        <a:lstStyle/>
        <a:p>
          <a:endParaRPr lang="en-US"/>
        </a:p>
      </dgm:t>
    </dgm:pt>
    <dgm:pt modelId="{AE628B92-B32A-471E-8DF4-510CA8FC280F}" type="sibTrans" cxnId="{CA4FF477-36BB-4018-BE16-D03C7E8359B2}">
      <dgm:prSet/>
      <dgm:spPr/>
      <dgm:t>
        <a:bodyPr/>
        <a:lstStyle/>
        <a:p>
          <a:endParaRPr lang="en-US"/>
        </a:p>
      </dgm:t>
    </dgm:pt>
    <dgm:pt modelId="{7910BE54-4C7A-4622-BE47-E0A485E4E650}">
      <dgm:prSet/>
      <dgm:spPr/>
      <dgm:t>
        <a:bodyPr/>
        <a:lstStyle/>
        <a:p>
          <a:r>
            <a:rPr lang="en-IE" b="0" i="0"/>
            <a:t>Integration Framework: Xamarin, ReactNative</a:t>
          </a:r>
          <a:endParaRPr lang="en-US"/>
        </a:p>
      </dgm:t>
    </dgm:pt>
    <dgm:pt modelId="{01712354-A4AE-4B08-B0B5-0D70E54BED0F}" type="parTrans" cxnId="{956D6FF9-4D83-4F8D-ACE3-9B7082B74EB9}">
      <dgm:prSet/>
      <dgm:spPr/>
      <dgm:t>
        <a:bodyPr/>
        <a:lstStyle/>
        <a:p>
          <a:endParaRPr lang="en-US"/>
        </a:p>
      </dgm:t>
    </dgm:pt>
    <dgm:pt modelId="{2B0B5777-8A19-4476-8D0A-4B8DA638CC2F}" type="sibTrans" cxnId="{956D6FF9-4D83-4F8D-ACE3-9B7082B74EB9}">
      <dgm:prSet/>
      <dgm:spPr/>
      <dgm:t>
        <a:bodyPr/>
        <a:lstStyle/>
        <a:p>
          <a:endParaRPr lang="en-US"/>
        </a:p>
      </dgm:t>
    </dgm:pt>
    <dgm:pt modelId="{56D72875-44D1-45BE-B889-3FFD5DEFE530}">
      <dgm:prSet/>
      <dgm:spPr/>
      <dgm:t>
        <a:bodyPr/>
        <a:lstStyle/>
        <a:p>
          <a:pPr>
            <a:defRPr b="1"/>
          </a:pPr>
          <a:r>
            <a:rPr lang="en-IE" b="0" i="0"/>
            <a:t>Data storage</a:t>
          </a:r>
          <a:endParaRPr lang="en-US"/>
        </a:p>
      </dgm:t>
    </dgm:pt>
    <dgm:pt modelId="{41BCB115-E09C-4D6F-A245-969EAB65892B}" type="parTrans" cxnId="{CED7BF14-AB13-43D7-959B-BA30CC74DD40}">
      <dgm:prSet/>
      <dgm:spPr/>
      <dgm:t>
        <a:bodyPr/>
        <a:lstStyle/>
        <a:p>
          <a:endParaRPr lang="en-US"/>
        </a:p>
      </dgm:t>
    </dgm:pt>
    <dgm:pt modelId="{11E18141-0B3A-48AD-A118-A9D1B69F9D86}" type="sibTrans" cxnId="{CED7BF14-AB13-43D7-959B-BA30CC74DD40}">
      <dgm:prSet/>
      <dgm:spPr/>
      <dgm:t>
        <a:bodyPr/>
        <a:lstStyle/>
        <a:p>
          <a:endParaRPr lang="en-US"/>
        </a:p>
      </dgm:t>
    </dgm:pt>
    <dgm:pt modelId="{37125BD0-6C25-48B0-AD69-3F9B87173033}">
      <dgm:prSet/>
      <dgm:spPr/>
      <dgm:t>
        <a:bodyPr/>
        <a:lstStyle/>
        <a:p>
          <a:r>
            <a:rPr lang="en-IE" b="0" i="0"/>
            <a:t>Relational (MySQL)</a:t>
          </a:r>
          <a:endParaRPr lang="en-US"/>
        </a:p>
      </dgm:t>
    </dgm:pt>
    <dgm:pt modelId="{D1B9B294-CC9B-4521-A663-8974632DE0F4}" type="parTrans" cxnId="{995727A0-1106-41F6-899B-B92A4B1DA41C}">
      <dgm:prSet/>
      <dgm:spPr/>
      <dgm:t>
        <a:bodyPr/>
        <a:lstStyle/>
        <a:p>
          <a:endParaRPr lang="en-US"/>
        </a:p>
      </dgm:t>
    </dgm:pt>
    <dgm:pt modelId="{8674D040-6529-4C0C-91AC-4C6951AB1A92}" type="sibTrans" cxnId="{995727A0-1106-41F6-899B-B92A4B1DA41C}">
      <dgm:prSet/>
      <dgm:spPr/>
      <dgm:t>
        <a:bodyPr/>
        <a:lstStyle/>
        <a:p>
          <a:endParaRPr lang="en-US"/>
        </a:p>
      </dgm:t>
    </dgm:pt>
    <dgm:pt modelId="{21206E45-0427-48CD-A01E-97D22514A360}">
      <dgm:prSet/>
      <dgm:spPr/>
      <dgm:t>
        <a:bodyPr/>
        <a:lstStyle/>
        <a:p>
          <a:r>
            <a:rPr lang="en-IE" b="0" i="0"/>
            <a:t>NoSQL (MongoDB, Firebase)</a:t>
          </a:r>
          <a:endParaRPr lang="en-US"/>
        </a:p>
      </dgm:t>
    </dgm:pt>
    <dgm:pt modelId="{64BC8C44-3D15-4A32-8ED3-BEB47D888E17}" type="parTrans" cxnId="{45E50C62-E82A-4235-A5AB-B4C2786939B3}">
      <dgm:prSet/>
      <dgm:spPr/>
      <dgm:t>
        <a:bodyPr/>
        <a:lstStyle/>
        <a:p>
          <a:endParaRPr lang="en-US"/>
        </a:p>
      </dgm:t>
    </dgm:pt>
    <dgm:pt modelId="{BCCBC835-160B-4BF5-AD1A-1FB4016BEF1A}" type="sibTrans" cxnId="{45E50C62-E82A-4235-A5AB-B4C2786939B3}">
      <dgm:prSet/>
      <dgm:spPr/>
      <dgm:t>
        <a:bodyPr/>
        <a:lstStyle/>
        <a:p>
          <a:endParaRPr lang="en-US"/>
        </a:p>
      </dgm:t>
    </dgm:pt>
    <dgm:pt modelId="{4C6421FF-97C2-4F70-A0D9-08F2918B041E}">
      <dgm:prSet/>
      <dgm:spPr/>
      <dgm:t>
        <a:bodyPr/>
        <a:lstStyle/>
        <a:p>
          <a:r>
            <a:rPr lang="en-IE" b="0" i="0"/>
            <a:t>Text files</a:t>
          </a:r>
          <a:endParaRPr lang="en-US"/>
        </a:p>
      </dgm:t>
    </dgm:pt>
    <dgm:pt modelId="{910A497E-DFEA-4ACC-97E4-D6CC4C91A80D}" type="parTrans" cxnId="{6764BBBD-478D-4C8B-B152-44271641CA48}">
      <dgm:prSet/>
      <dgm:spPr/>
      <dgm:t>
        <a:bodyPr/>
        <a:lstStyle/>
        <a:p>
          <a:endParaRPr lang="en-US"/>
        </a:p>
      </dgm:t>
    </dgm:pt>
    <dgm:pt modelId="{7EB5B958-9BB7-4EEA-A0B1-1699A8DBC43A}" type="sibTrans" cxnId="{6764BBBD-478D-4C8B-B152-44271641CA48}">
      <dgm:prSet/>
      <dgm:spPr/>
      <dgm:t>
        <a:bodyPr/>
        <a:lstStyle/>
        <a:p>
          <a:endParaRPr lang="en-US"/>
        </a:p>
      </dgm:t>
    </dgm:pt>
    <dgm:pt modelId="{82639C3E-5E32-4FF9-92A2-02F3A57D5397}" type="pres">
      <dgm:prSet presAssocID="{C355090D-F5C7-4136-B681-65B3F2EE1CAB}" presName="root" presStyleCnt="0">
        <dgm:presLayoutVars>
          <dgm:dir/>
          <dgm:resizeHandles val="exact"/>
        </dgm:presLayoutVars>
      </dgm:prSet>
      <dgm:spPr/>
    </dgm:pt>
    <dgm:pt modelId="{CADCBE52-889D-41AB-8D88-2D024639DF25}" type="pres">
      <dgm:prSet presAssocID="{55F97991-9103-4203-9B2F-69C0E9668127}" presName="compNode" presStyleCnt="0"/>
      <dgm:spPr/>
    </dgm:pt>
    <dgm:pt modelId="{15D3171C-EDF9-4408-BC18-BF077770BB28}" type="pres">
      <dgm:prSet presAssocID="{55F97991-9103-4203-9B2F-69C0E966812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0428106-303F-4BA1-AA1C-41F986639CC5}" type="pres">
      <dgm:prSet presAssocID="{55F97991-9103-4203-9B2F-69C0E9668127}" presName="iconSpace" presStyleCnt="0"/>
      <dgm:spPr/>
    </dgm:pt>
    <dgm:pt modelId="{5FD00715-49AE-48AC-8FEE-F8AEA8AD76DE}" type="pres">
      <dgm:prSet presAssocID="{55F97991-9103-4203-9B2F-69C0E9668127}" presName="parTx" presStyleLbl="revTx" presStyleIdx="0" presStyleCnt="6">
        <dgm:presLayoutVars>
          <dgm:chMax val="0"/>
          <dgm:chPref val="0"/>
        </dgm:presLayoutVars>
      </dgm:prSet>
      <dgm:spPr/>
    </dgm:pt>
    <dgm:pt modelId="{6B6F48FE-A23F-4069-B021-65AD38401FBC}" type="pres">
      <dgm:prSet presAssocID="{55F97991-9103-4203-9B2F-69C0E9668127}" presName="txSpace" presStyleCnt="0"/>
      <dgm:spPr/>
    </dgm:pt>
    <dgm:pt modelId="{F1D776AD-0096-48EB-8FA9-2CE8642C7197}" type="pres">
      <dgm:prSet presAssocID="{55F97991-9103-4203-9B2F-69C0E9668127}" presName="desTx" presStyleLbl="revTx" presStyleIdx="1" presStyleCnt="6">
        <dgm:presLayoutVars/>
      </dgm:prSet>
      <dgm:spPr/>
    </dgm:pt>
    <dgm:pt modelId="{D0DBF4F4-3699-455A-8118-C2CC76CA0B02}" type="pres">
      <dgm:prSet presAssocID="{427292E3-8B15-435D-ADAE-38775F493637}" presName="sibTrans" presStyleCnt="0"/>
      <dgm:spPr/>
    </dgm:pt>
    <dgm:pt modelId="{A937A6AB-F93D-4112-A290-D0B09A4E5317}" type="pres">
      <dgm:prSet presAssocID="{2E7E41B9-4689-418E-A410-16BA21B253D6}" presName="compNode" presStyleCnt="0"/>
      <dgm:spPr/>
    </dgm:pt>
    <dgm:pt modelId="{DCB8ABA9-9E83-4505-AC9E-19CECC82DA61}" type="pres">
      <dgm:prSet presAssocID="{2E7E41B9-4689-418E-A410-16BA21B253D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759B0E32-B366-4A6A-97BE-1E8EBF096C11}" type="pres">
      <dgm:prSet presAssocID="{2E7E41B9-4689-418E-A410-16BA21B253D6}" presName="iconSpace" presStyleCnt="0"/>
      <dgm:spPr/>
    </dgm:pt>
    <dgm:pt modelId="{CCF4B3D8-3F2C-406C-A6BB-E3984E650D4B}" type="pres">
      <dgm:prSet presAssocID="{2E7E41B9-4689-418E-A410-16BA21B253D6}" presName="parTx" presStyleLbl="revTx" presStyleIdx="2" presStyleCnt="6">
        <dgm:presLayoutVars>
          <dgm:chMax val="0"/>
          <dgm:chPref val="0"/>
        </dgm:presLayoutVars>
      </dgm:prSet>
      <dgm:spPr/>
    </dgm:pt>
    <dgm:pt modelId="{C59118AA-8DBE-4828-856F-9C97F948A2DD}" type="pres">
      <dgm:prSet presAssocID="{2E7E41B9-4689-418E-A410-16BA21B253D6}" presName="txSpace" presStyleCnt="0"/>
      <dgm:spPr/>
    </dgm:pt>
    <dgm:pt modelId="{23460A2C-66E7-40E9-A34F-FA611BC697E3}" type="pres">
      <dgm:prSet presAssocID="{2E7E41B9-4689-418E-A410-16BA21B253D6}" presName="desTx" presStyleLbl="revTx" presStyleIdx="3" presStyleCnt="6">
        <dgm:presLayoutVars/>
      </dgm:prSet>
      <dgm:spPr/>
    </dgm:pt>
    <dgm:pt modelId="{7158C01F-ED76-407D-B845-08B245BB751B}" type="pres">
      <dgm:prSet presAssocID="{4FFA4312-886A-40A2-B144-12A077109717}" presName="sibTrans" presStyleCnt="0"/>
      <dgm:spPr/>
    </dgm:pt>
    <dgm:pt modelId="{EE3F7D69-2EE2-415C-9F1E-42470615C086}" type="pres">
      <dgm:prSet presAssocID="{56D72875-44D1-45BE-B889-3FFD5DEFE530}" presName="compNode" presStyleCnt="0"/>
      <dgm:spPr/>
    </dgm:pt>
    <dgm:pt modelId="{A4CAE9E9-6651-44A5-8754-9DAD77A05153}" type="pres">
      <dgm:prSet presAssocID="{56D72875-44D1-45BE-B889-3FFD5DEFE53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80DEC2E-365E-4169-958A-F1F1BF20C3A8}" type="pres">
      <dgm:prSet presAssocID="{56D72875-44D1-45BE-B889-3FFD5DEFE530}" presName="iconSpace" presStyleCnt="0"/>
      <dgm:spPr/>
    </dgm:pt>
    <dgm:pt modelId="{0AADD9B3-32AE-4919-B1C7-FCF90FA0BCCD}" type="pres">
      <dgm:prSet presAssocID="{56D72875-44D1-45BE-B889-3FFD5DEFE530}" presName="parTx" presStyleLbl="revTx" presStyleIdx="4" presStyleCnt="6">
        <dgm:presLayoutVars>
          <dgm:chMax val="0"/>
          <dgm:chPref val="0"/>
        </dgm:presLayoutVars>
      </dgm:prSet>
      <dgm:spPr/>
    </dgm:pt>
    <dgm:pt modelId="{3910FDDB-8E6F-4D39-9120-68598A3D2DA4}" type="pres">
      <dgm:prSet presAssocID="{56D72875-44D1-45BE-B889-3FFD5DEFE530}" presName="txSpace" presStyleCnt="0"/>
      <dgm:spPr/>
    </dgm:pt>
    <dgm:pt modelId="{55B15FD7-7B7C-4106-A2EE-1D17E48A57CE}" type="pres">
      <dgm:prSet presAssocID="{56D72875-44D1-45BE-B889-3FFD5DEFE530}" presName="desTx" presStyleLbl="revTx" presStyleIdx="5" presStyleCnt="6">
        <dgm:presLayoutVars/>
      </dgm:prSet>
      <dgm:spPr/>
    </dgm:pt>
  </dgm:ptLst>
  <dgm:cxnLst>
    <dgm:cxn modelId="{D4F81B04-8959-4B87-988F-F37133CC2EDA}" type="presOf" srcId="{21206E45-0427-48CD-A01E-97D22514A360}" destId="{55B15FD7-7B7C-4106-A2EE-1D17E48A57CE}" srcOrd="0" destOrd="1" presId="urn:microsoft.com/office/officeart/2018/5/layout/CenteredIconLabelDescriptionList"/>
    <dgm:cxn modelId="{1F0F5505-0A07-4709-9CEA-BC765FFF82BB}" type="presOf" srcId="{C355090D-F5C7-4136-B681-65B3F2EE1CAB}" destId="{82639C3E-5E32-4FF9-92A2-02F3A57D5397}" srcOrd="0" destOrd="0" presId="urn:microsoft.com/office/officeart/2018/5/layout/CenteredIconLabelDescriptionList"/>
    <dgm:cxn modelId="{CED7BF14-AB13-43D7-959B-BA30CC74DD40}" srcId="{C355090D-F5C7-4136-B681-65B3F2EE1CAB}" destId="{56D72875-44D1-45BE-B889-3FFD5DEFE530}" srcOrd="2" destOrd="0" parTransId="{41BCB115-E09C-4D6F-A245-969EAB65892B}" sibTransId="{11E18141-0B3A-48AD-A118-A9D1B69F9D86}"/>
    <dgm:cxn modelId="{14A98721-A88A-4DDD-87A2-7D779BAC4683}" type="presOf" srcId="{6F5A19DE-2794-4CC2-A9B0-8C87F7C187F9}" destId="{23460A2C-66E7-40E9-A34F-FA611BC697E3}" srcOrd="0" destOrd="1" presId="urn:microsoft.com/office/officeart/2018/5/layout/CenteredIconLabelDescriptionList"/>
    <dgm:cxn modelId="{1E459732-0362-4738-8A6D-1C8C8153164B}" type="presOf" srcId="{37125BD0-6C25-48B0-AD69-3F9B87173033}" destId="{55B15FD7-7B7C-4106-A2EE-1D17E48A57CE}" srcOrd="0" destOrd="0" presId="urn:microsoft.com/office/officeart/2018/5/layout/CenteredIconLabelDescriptionList"/>
    <dgm:cxn modelId="{8D78213A-E969-4E87-B274-CE50DEF6BDF4}" srcId="{2E7E41B9-4689-418E-A410-16BA21B253D6}" destId="{6ADF5AE3-4D1A-4C24-BE8B-62D1B8B38E62}" srcOrd="0" destOrd="0" parTransId="{D0883244-D247-44ED-A936-2594CF9B9209}" sibTransId="{8C7D09E9-4810-406D-8F87-98DB7CDD7CC2}"/>
    <dgm:cxn modelId="{45E50C62-E82A-4235-A5AB-B4C2786939B3}" srcId="{56D72875-44D1-45BE-B889-3FFD5DEFE530}" destId="{21206E45-0427-48CD-A01E-97D22514A360}" srcOrd="1" destOrd="0" parTransId="{64BC8C44-3D15-4A32-8ED3-BEB47D888E17}" sibTransId="{BCCBC835-160B-4BF5-AD1A-1FB4016BEF1A}"/>
    <dgm:cxn modelId="{3B1E6544-2964-4329-983F-2CAF5AEE02B2}" type="presOf" srcId="{55F97991-9103-4203-9B2F-69C0E9668127}" destId="{5FD00715-49AE-48AC-8FEE-F8AEA8AD76DE}" srcOrd="0" destOrd="0" presId="urn:microsoft.com/office/officeart/2018/5/layout/CenteredIconLabelDescriptionList"/>
    <dgm:cxn modelId="{E8F1754D-8AF7-4646-907B-71B26096636E}" srcId="{C355090D-F5C7-4136-B681-65B3F2EE1CAB}" destId="{2E7E41B9-4689-418E-A410-16BA21B253D6}" srcOrd="1" destOrd="0" parTransId="{A0CEA868-DFA5-4F8A-8CBB-F6EE3BE6F7DC}" sibTransId="{4FFA4312-886A-40A2-B144-12A077109717}"/>
    <dgm:cxn modelId="{CA4FF477-36BB-4018-BE16-D03C7E8359B2}" srcId="{2E7E41B9-4689-418E-A410-16BA21B253D6}" destId="{6F5A19DE-2794-4CC2-A9B0-8C87F7C187F9}" srcOrd="1" destOrd="0" parTransId="{0B91507C-2D6A-451B-9A6A-50FD8A960A7B}" sibTransId="{AE628B92-B32A-471E-8DF4-510CA8FC280F}"/>
    <dgm:cxn modelId="{3C4F2080-A7B5-4F7A-8805-A3B5B03D8FAB}" srcId="{55F97991-9103-4203-9B2F-69C0E9668127}" destId="{FA2278CE-193D-44BB-BC31-DBBAC94899A3}" srcOrd="0" destOrd="0" parTransId="{BA9758BE-19C0-46FB-9157-C0C5486B46D2}" sibTransId="{0E6BED4A-1A1D-4DB3-843E-A739E127FD26}"/>
    <dgm:cxn modelId="{EA7E4187-6C42-4DD9-94F3-B424AF5761D5}" srcId="{C355090D-F5C7-4136-B681-65B3F2EE1CAB}" destId="{55F97991-9103-4203-9B2F-69C0E9668127}" srcOrd="0" destOrd="0" parTransId="{A4CEA595-7CC4-4E3F-B644-E58DDB3D6621}" sibTransId="{427292E3-8B15-435D-ADAE-38775F493637}"/>
    <dgm:cxn modelId="{A5AC3D93-DEF9-4A52-809B-7480F4433255}" type="presOf" srcId="{FA2278CE-193D-44BB-BC31-DBBAC94899A3}" destId="{F1D776AD-0096-48EB-8FA9-2CE8642C7197}" srcOrd="0" destOrd="0" presId="urn:microsoft.com/office/officeart/2018/5/layout/CenteredIconLabelDescriptionList"/>
    <dgm:cxn modelId="{459B899F-6830-4733-945E-8F7F6E5AA922}" type="presOf" srcId="{7910BE54-4C7A-4622-BE47-E0A485E4E650}" destId="{23460A2C-66E7-40E9-A34F-FA611BC697E3}" srcOrd="0" destOrd="2" presId="urn:microsoft.com/office/officeart/2018/5/layout/CenteredIconLabelDescriptionList"/>
    <dgm:cxn modelId="{995727A0-1106-41F6-899B-B92A4B1DA41C}" srcId="{56D72875-44D1-45BE-B889-3FFD5DEFE530}" destId="{37125BD0-6C25-48B0-AD69-3F9B87173033}" srcOrd="0" destOrd="0" parTransId="{D1B9B294-CC9B-4521-A663-8974632DE0F4}" sibTransId="{8674D040-6529-4C0C-91AC-4C6951AB1A92}"/>
    <dgm:cxn modelId="{6764BBBD-478D-4C8B-B152-44271641CA48}" srcId="{56D72875-44D1-45BE-B889-3FFD5DEFE530}" destId="{4C6421FF-97C2-4F70-A0D9-08F2918B041E}" srcOrd="2" destOrd="0" parTransId="{910A497E-DFEA-4ACC-97E4-D6CC4C91A80D}" sibTransId="{7EB5B958-9BB7-4EEA-A0B1-1699A8DBC43A}"/>
    <dgm:cxn modelId="{B5E752D1-562C-41A2-9D81-4E235AE93206}" type="presOf" srcId="{2E7E41B9-4689-418E-A410-16BA21B253D6}" destId="{CCF4B3D8-3F2C-406C-A6BB-E3984E650D4B}" srcOrd="0" destOrd="0" presId="urn:microsoft.com/office/officeart/2018/5/layout/CenteredIconLabelDescriptionList"/>
    <dgm:cxn modelId="{D63298E1-EB1F-43ED-8B81-1DBED01A2E28}" type="presOf" srcId="{56D72875-44D1-45BE-B889-3FFD5DEFE530}" destId="{0AADD9B3-32AE-4919-B1C7-FCF90FA0BCCD}" srcOrd="0" destOrd="0" presId="urn:microsoft.com/office/officeart/2018/5/layout/CenteredIconLabelDescriptionList"/>
    <dgm:cxn modelId="{A030D2EA-C70D-476F-8DC1-9222C6197DED}" type="presOf" srcId="{4C6421FF-97C2-4F70-A0D9-08F2918B041E}" destId="{55B15FD7-7B7C-4106-A2EE-1D17E48A57CE}" srcOrd="0" destOrd="2" presId="urn:microsoft.com/office/officeart/2018/5/layout/CenteredIconLabelDescriptionList"/>
    <dgm:cxn modelId="{08BBC1F1-32E6-47F2-B389-08F8348FA75B}" type="presOf" srcId="{6ADF5AE3-4D1A-4C24-BE8B-62D1B8B38E62}" destId="{23460A2C-66E7-40E9-A34F-FA611BC697E3}" srcOrd="0" destOrd="0" presId="urn:microsoft.com/office/officeart/2018/5/layout/CenteredIconLabelDescriptionList"/>
    <dgm:cxn modelId="{956D6FF9-4D83-4F8D-ACE3-9B7082B74EB9}" srcId="{2E7E41B9-4689-418E-A410-16BA21B253D6}" destId="{7910BE54-4C7A-4622-BE47-E0A485E4E650}" srcOrd="2" destOrd="0" parTransId="{01712354-A4AE-4B08-B0B5-0D70E54BED0F}" sibTransId="{2B0B5777-8A19-4476-8D0A-4B8DA638CC2F}"/>
    <dgm:cxn modelId="{119AA843-FFCE-43EF-9666-6599F8A3781C}" type="presParOf" srcId="{82639C3E-5E32-4FF9-92A2-02F3A57D5397}" destId="{CADCBE52-889D-41AB-8D88-2D024639DF25}" srcOrd="0" destOrd="0" presId="urn:microsoft.com/office/officeart/2018/5/layout/CenteredIconLabelDescriptionList"/>
    <dgm:cxn modelId="{09F1EDCF-20EE-440A-AD1E-DB314A1912F3}" type="presParOf" srcId="{CADCBE52-889D-41AB-8D88-2D024639DF25}" destId="{15D3171C-EDF9-4408-BC18-BF077770BB28}" srcOrd="0" destOrd="0" presId="urn:microsoft.com/office/officeart/2018/5/layout/CenteredIconLabelDescriptionList"/>
    <dgm:cxn modelId="{100F78FB-08E5-4CA2-80EB-BB19FCB38C1A}" type="presParOf" srcId="{CADCBE52-889D-41AB-8D88-2D024639DF25}" destId="{50428106-303F-4BA1-AA1C-41F986639CC5}" srcOrd="1" destOrd="0" presId="urn:microsoft.com/office/officeart/2018/5/layout/CenteredIconLabelDescriptionList"/>
    <dgm:cxn modelId="{7850BD04-9B12-4E4F-9EBF-AA91BD6AD1C5}" type="presParOf" srcId="{CADCBE52-889D-41AB-8D88-2D024639DF25}" destId="{5FD00715-49AE-48AC-8FEE-F8AEA8AD76DE}" srcOrd="2" destOrd="0" presId="urn:microsoft.com/office/officeart/2018/5/layout/CenteredIconLabelDescriptionList"/>
    <dgm:cxn modelId="{F2BC6211-A765-4DD1-9F16-EF40EE8B3A09}" type="presParOf" srcId="{CADCBE52-889D-41AB-8D88-2D024639DF25}" destId="{6B6F48FE-A23F-4069-B021-65AD38401FBC}" srcOrd="3" destOrd="0" presId="urn:microsoft.com/office/officeart/2018/5/layout/CenteredIconLabelDescriptionList"/>
    <dgm:cxn modelId="{263B47F5-133F-4168-9828-1A804C94675D}" type="presParOf" srcId="{CADCBE52-889D-41AB-8D88-2D024639DF25}" destId="{F1D776AD-0096-48EB-8FA9-2CE8642C7197}" srcOrd="4" destOrd="0" presId="urn:microsoft.com/office/officeart/2018/5/layout/CenteredIconLabelDescriptionList"/>
    <dgm:cxn modelId="{5128881E-0508-4EE9-BA55-2B3A5E601D64}" type="presParOf" srcId="{82639C3E-5E32-4FF9-92A2-02F3A57D5397}" destId="{D0DBF4F4-3699-455A-8118-C2CC76CA0B02}" srcOrd="1" destOrd="0" presId="urn:microsoft.com/office/officeart/2018/5/layout/CenteredIconLabelDescriptionList"/>
    <dgm:cxn modelId="{9C9E400F-0F04-4092-9DE0-B887987B8236}" type="presParOf" srcId="{82639C3E-5E32-4FF9-92A2-02F3A57D5397}" destId="{A937A6AB-F93D-4112-A290-D0B09A4E5317}" srcOrd="2" destOrd="0" presId="urn:microsoft.com/office/officeart/2018/5/layout/CenteredIconLabelDescriptionList"/>
    <dgm:cxn modelId="{99694AD1-ED53-4BA7-8E10-0E9366FC3FA0}" type="presParOf" srcId="{A937A6AB-F93D-4112-A290-D0B09A4E5317}" destId="{DCB8ABA9-9E83-4505-AC9E-19CECC82DA61}" srcOrd="0" destOrd="0" presId="urn:microsoft.com/office/officeart/2018/5/layout/CenteredIconLabelDescriptionList"/>
    <dgm:cxn modelId="{E58C2EDD-74FC-4A04-A645-A797F1AF3134}" type="presParOf" srcId="{A937A6AB-F93D-4112-A290-D0B09A4E5317}" destId="{759B0E32-B366-4A6A-97BE-1E8EBF096C11}" srcOrd="1" destOrd="0" presId="urn:microsoft.com/office/officeart/2018/5/layout/CenteredIconLabelDescriptionList"/>
    <dgm:cxn modelId="{622ADE60-080D-489D-A2E8-05FFE9DFCBB4}" type="presParOf" srcId="{A937A6AB-F93D-4112-A290-D0B09A4E5317}" destId="{CCF4B3D8-3F2C-406C-A6BB-E3984E650D4B}" srcOrd="2" destOrd="0" presId="urn:microsoft.com/office/officeart/2018/5/layout/CenteredIconLabelDescriptionList"/>
    <dgm:cxn modelId="{91F0D9E4-9E72-4546-8B45-8413F80AB3E6}" type="presParOf" srcId="{A937A6AB-F93D-4112-A290-D0B09A4E5317}" destId="{C59118AA-8DBE-4828-856F-9C97F948A2DD}" srcOrd="3" destOrd="0" presId="urn:microsoft.com/office/officeart/2018/5/layout/CenteredIconLabelDescriptionList"/>
    <dgm:cxn modelId="{7C02A2E6-CA92-4C90-8485-2B09F87CBFC9}" type="presParOf" srcId="{A937A6AB-F93D-4112-A290-D0B09A4E5317}" destId="{23460A2C-66E7-40E9-A34F-FA611BC697E3}" srcOrd="4" destOrd="0" presId="urn:microsoft.com/office/officeart/2018/5/layout/CenteredIconLabelDescriptionList"/>
    <dgm:cxn modelId="{1E3EBD5A-BC5B-4DA7-A537-511FE3E43141}" type="presParOf" srcId="{82639C3E-5E32-4FF9-92A2-02F3A57D5397}" destId="{7158C01F-ED76-407D-B845-08B245BB751B}" srcOrd="3" destOrd="0" presId="urn:microsoft.com/office/officeart/2018/5/layout/CenteredIconLabelDescriptionList"/>
    <dgm:cxn modelId="{8EB1177A-32CF-4C5E-AE92-02D2076FA47F}" type="presParOf" srcId="{82639C3E-5E32-4FF9-92A2-02F3A57D5397}" destId="{EE3F7D69-2EE2-415C-9F1E-42470615C086}" srcOrd="4" destOrd="0" presId="urn:microsoft.com/office/officeart/2018/5/layout/CenteredIconLabelDescriptionList"/>
    <dgm:cxn modelId="{01A2CA7C-0D40-4071-968D-8215D2A4B292}" type="presParOf" srcId="{EE3F7D69-2EE2-415C-9F1E-42470615C086}" destId="{A4CAE9E9-6651-44A5-8754-9DAD77A05153}" srcOrd="0" destOrd="0" presId="urn:microsoft.com/office/officeart/2018/5/layout/CenteredIconLabelDescriptionList"/>
    <dgm:cxn modelId="{E45799D1-116C-42BF-8E6E-28A27EE29012}" type="presParOf" srcId="{EE3F7D69-2EE2-415C-9F1E-42470615C086}" destId="{380DEC2E-365E-4169-958A-F1F1BF20C3A8}" srcOrd="1" destOrd="0" presId="urn:microsoft.com/office/officeart/2018/5/layout/CenteredIconLabelDescriptionList"/>
    <dgm:cxn modelId="{D1AD6097-7E93-4D5A-87C9-11DFE4943161}" type="presParOf" srcId="{EE3F7D69-2EE2-415C-9F1E-42470615C086}" destId="{0AADD9B3-32AE-4919-B1C7-FCF90FA0BCCD}" srcOrd="2" destOrd="0" presId="urn:microsoft.com/office/officeart/2018/5/layout/CenteredIconLabelDescriptionList"/>
    <dgm:cxn modelId="{02B9AAA0-7A37-4038-9804-0E0360C26D89}" type="presParOf" srcId="{EE3F7D69-2EE2-415C-9F1E-42470615C086}" destId="{3910FDDB-8E6F-4D39-9120-68598A3D2DA4}" srcOrd="3" destOrd="0" presId="urn:microsoft.com/office/officeart/2018/5/layout/CenteredIconLabelDescriptionList"/>
    <dgm:cxn modelId="{A2C09682-90B5-4846-A024-AF13DD416269}" type="presParOf" srcId="{EE3F7D69-2EE2-415C-9F1E-42470615C086}" destId="{55B15FD7-7B7C-4106-A2EE-1D17E48A57C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6F59041-E074-4E2A-8846-A04D844F9BC7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9D6A730-71EB-4158-88BD-BA8B785FFEFD}">
      <dgm:prSet/>
      <dgm:spPr/>
      <dgm:t>
        <a:bodyPr/>
        <a:lstStyle/>
        <a:p>
          <a:r>
            <a:rPr lang="en-IE" b="0" i="0"/>
            <a:t>Form a group and commit to it!</a:t>
          </a:r>
          <a:endParaRPr lang="en-US"/>
        </a:p>
      </dgm:t>
    </dgm:pt>
    <dgm:pt modelId="{F436F147-82F7-417A-A4E5-EFF0D4246F49}" type="parTrans" cxnId="{F2E1B2B3-547E-4320-AB56-E8E54E10CFCC}">
      <dgm:prSet/>
      <dgm:spPr/>
      <dgm:t>
        <a:bodyPr/>
        <a:lstStyle/>
        <a:p>
          <a:endParaRPr lang="en-US"/>
        </a:p>
      </dgm:t>
    </dgm:pt>
    <dgm:pt modelId="{03056DCC-E011-4536-B3A5-0CACF67CFFE9}" type="sibTrans" cxnId="{F2E1B2B3-547E-4320-AB56-E8E54E10CFCC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9E17D36C-F2F5-44F4-8AA6-081973F716DA}">
      <dgm:prSet/>
      <dgm:spPr/>
      <dgm:t>
        <a:bodyPr/>
        <a:lstStyle/>
        <a:p>
          <a:r>
            <a:rPr lang="en-IE" b="0" i="0"/>
            <a:t>Start discussing the project</a:t>
          </a:r>
          <a:endParaRPr lang="en-US"/>
        </a:p>
      </dgm:t>
    </dgm:pt>
    <dgm:pt modelId="{9A6F278B-8FD9-4476-83C2-05D17716EE80}" type="parTrans" cxnId="{18D0D96D-1B05-4973-8D3E-B6E413E53476}">
      <dgm:prSet/>
      <dgm:spPr/>
      <dgm:t>
        <a:bodyPr/>
        <a:lstStyle/>
        <a:p>
          <a:endParaRPr lang="en-US"/>
        </a:p>
      </dgm:t>
    </dgm:pt>
    <dgm:pt modelId="{52A1E6FF-90A2-45C8-8C46-3B4FA0060EDF}" type="sibTrans" cxnId="{18D0D96D-1B05-4973-8D3E-B6E413E53476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35C929DF-CAEF-4227-8D0A-9AE40BA08AE5}">
      <dgm:prSet/>
      <dgm:spPr/>
      <dgm:t>
        <a:bodyPr/>
        <a:lstStyle/>
        <a:p>
          <a:r>
            <a:rPr lang="en-IE" b="0" i="0"/>
            <a:t>The idea</a:t>
          </a:r>
          <a:endParaRPr lang="en-US"/>
        </a:p>
      </dgm:t>
    </dgm:pt>
    <dgm:pt modelId="{5479BB93-C460-4DFC-8858-F2CB941CAE97}" type="parTrans" cxnId="{29EC2C3A-452F-4D41-A824-AE016DEDC01B}">
      <dgm:prSet/>
      <dgm:spPr/>
      <dgm:t>
        <a:bodyPr/>
        <a:lstStyle/>
        <a:p>
          <a:endParaRPr lang="en-US"/>
        </a:p>
      </dgm:t>
    </dgm:pt>
    <dgm:pt modelId="{ED1EEF87-9F09-4ECA-8997-25A598664BE7}" type="sibTrans" cxnId="{29EC2C3A-452F-4D41-A824-AE016DEDC01B}">
      <dgm:prSet/>
      <dgm:spPr/>
      <dgm:t>
        <a:bodyPr/>
        <a:lstStyle/>
        <a:p>
          <a:endParaRPr lang="en-US"/>
        </a:p>
      </dgm:t>
    </dgm:pt>
    <dgm:pt modelId="{3A0D2E13-316B-4751-BCE5-2B8935EA205D}">
      <dgm:prSet/>
      <dgm:spPr/>
      <dgm:t>
        <a:bodyPr/>
        <a:lstStyle/>
        <a:p>
          <a:r>
            <a:rPr lang="en-IE" b="0" i="0"/>
            <a:t>The technologies to use</a:t>
          </a:r>
          <a:endParaRPr lang="en-US"/>
        </a:p>
      </dgm:t>
    </dgm:pt>
    <dgm:pt modelId="{0557D4AF-72CA-4FE9-8658-06059E3072A2}" type="parTrans" cxnId="{25324573-9ECC-42B3-AE10-D30DB3500091}">
      <dgm:prSet/>
      <dgm:spPr/>
      <dgm:t>
        <a:bodyPr/>
        <a:lstStyle/>
        <a:p>
          <a:endParaRPr lang="en-US"/>
        </a:p>
      </dgm:t>
    </dgm:pt>
    <dgm:pt modelId="{1B58FB4E-BB68-45BC-83DD-BCFC4F923C07}" type="sibTrans" cxnId="{25324573-9ECC-42B3-AE10-D30DB3500091}">
      <dgm:prSet/>
      <dgm:spPr/>
      <dgm:t>
        <a:bodyPr/>
        <a:lstStyle/>
        <a:p>
          <a:endParaRPr lang="en-US"/>
        </a:p>
      </dgm:t>
    </dgm:pt>
    <dgm:pt modelId="{6185FF0B-3CBC-47A4-A8E5-74EACFB67E33}">
      <dgm:prSet/>
      <dgm:spPr/>
      <dgm:t>
        <a:bodyPr/>
        <a:lstStyle/>
        <a:p>
          <a:r>
            <a:rPr lang="en-IE" b="0" i="0"/>
            <a:t>Decide it is feasible</a:t>
          </a:r>
          <a:endParaRPr lang="en-US"/>
        </a:p>
      </dgm:t>
    </dgm:pt>
    <dgm:pt modelId="{5753F686-3DF5-48AA-9F66-F561C3FFF3ED}" type="parTrans" cxnId="{DA7DFF86-6889-427F-9FB9-B6FF40E1847F}">
      <dgm:prSet/>
      <dgm:spPr/>
      <dgm:t>
        <a:bodyPr/>
        <a:lstStyle/>
        <a:p>
          <a:endParaRPr lang="en-US"/>
        </a:p>
      </dgm:t>
    </dgm:pt>
    <dgm:pt modelId="{33C70ACC-D8CC-43F3-9D26-C1209C6951D8}" type="sibTrans" cxnId="{DA7DFF86-6889-427F-9FB9-B6FF40E1847F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2C1D5765-7FBB-4AFC-82DC-B249A939DB28}">
      <dgm:prSet/>
      <dgm:spPr/>
      <dgm:t>
        <a:bodyPr/>
        <a:lstStyle/>
        <a:p>
          <a:r>
            <a:rPr lang="en-IE" b="0" i="0"/>
            <a:t>Have the skills or can learn them?</a:t>
          </a:r>
          <a:endParaRPr lang="en-US"/>
        </a:p>
      </dgm:t>
    </dgm:pt>
    <dgm:pt modelId="{9DDA9732-9AA7-49F2-AAA5-9D3059BCAB5D}" type="parTrans" cxnId="{D7E7322E-AF48-41F8-BB28-BD1E63D6AD7B}">
      <dgm:prSet/>
      <dgm:spPr/>
      <dgm:t>
        <a:bodyPr/>
        <a:lstStyle/>
        <a:p>
          <a:endParaRPr lang="en-US"/>
        </a:p>
      </dgm:t>
    </dgm:pt>
    <dgm:pt modelId="{CF921044-5C37-49F5-A043-D9FF9A06CF1B}" type="sibTrans" cxnId="{D7E7322E-AF48-41F8-BB28-BD1E63D6AD7B}">
      <dgm:prSet/>
      <dgm:spPr/>
      <dgm:t>
        <a:bodyPr/>
        <a:lstStyle/>
        <a:p>
          <a:endParaRPr lang="en-US"/>
        </a:p>
      </dgm:t>
    </dgm:pt>
    <dgm:pt modelId="{D69DE640-C740-4E3E-95B3-9902FE5FADF0}">
      <dgm:prSet/>
      <dgm:spPr/>
      <dgm:t>
        <a:bodyPr/>
        <a:lstStyle/>
        <a:p>
          <a:r>
            <a:rPr lang="en-IE" b="0" i="0"/>
            <a:t>Is it too much?</a:t>
          </a:r>
          <a:endParaRPr lang="en-US"/>
        </a:p>
      </dgm:t>
    </dgm:pt>
    <dgm:pt modelId="{18E714F8-5039-4A57-B497-CDAD798D98D9}" type="parTrans" cxnId="{F2EC7053-F6FD-4730-B6A2-9D0890544446}">
      <dgm:prSet/>
      <dgm:spPr/>
      <dgm:t>
        <a:bodyPr/>
        <a:lstStyle/>
        <a:p>
          <a:endParaRPr lang="en-US"/>
        </a:p>
      </dgm:t>
    </dgm:pt>
    <dgm:pt modelId="{F331F055-213B-40E9-BD82-8E64B79D722E}" type="sibTrans" cxnId="{F2EC7053-F6FD-4730-B6A2-9D0890544446}">
      <dgm:prSet/>
      <dgm:spPr/>
      <dgm:t>
        <a:bodyPr/>
        <a:lstStyle/>
        <a:p>
          <a:endParaRPr lang="en-US"/>
        </a:p>
      </dgm:t>
    </dgm:pt>
    <dgm:pt modelId="{A3E5C3AF-90A5-48C6-B003-BEC2A45CB9B9}" type="pres">
      <dgm:prSet presAssocID="{76F59041-E074-4E2A-8846-A04D844F9BC7}" presName="Name0" presStyleCnt="0">
        <dgm:presLayoutVars>
          <dgm:animLvl val="lvl"/>
          <dgm:resizeHandles val="exact"/>
        </dgm:presLayoutVars>
      </dgm:prSet>
      <dgm:spPr/>
    </dgm:pt>
    <dgm:pt modelId="{55C048B8-2DE6-448D-A01E-B20FC443EDF6}" type="pres">
      <dgm:prSet presAssocID="{79D6A730-71EB-4158-88BD-BA8B785FFEFD}" presName="compositeNode" presStyleCnt="0">
        <dgm:presLayoutVars>
          <dgm:bulletEnabled val="1"/>
        </dgm:presLayoutVars>
      </dgm:prSet>
      <dgm:spPr/>
    </dgm:pt>
    <dgm:pt modelId="{5BC3AA70-DF3C-4AE3-8AFF-7E01B3EAF95E}" type="pres">
      <dgm:prSet presAssocID="{79D6A730-71EB-4158-88BD-BA8B785FFEFD}" presName="bgRect" presStyleLbl="bgAccFollowNode1" presStyleIdx="0" presStyleCnt="3"/>
      <dgm:spPr/>
    </dgm:pt>
    <dgm:pt modelId="{3D52058A-E0B6-46FA-AC49-399B32FC49CA}" type="pres">
      <dgm:prSet presAssocID="{03056DCC-E011-4536-B3A5-0CACF67CFFE9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4170113C-7B2A-4984-A9EF-1C060B446F62}" type="pres">
      <dgm:prSet presAssocID="{79D6A730-71EB-4158-88BD-BA8B785FFEFD}" presName="bottomLine" presStyleLbl="alignNode1" presStyleIdx="1" presStyleCnt="6">
        <dgm:presLayoutVars/>
      </dgm:prSet>
      <dgm:spPr/>
    </dgm:pt>
    <dgm:pt modelId="{9120C250-C505-4DA3-BF7E-AE0157089E06}" type="pres">
      <dgm:prSet presAssocID="{79D6A730-71EB-4158-88BD-BA8B785FFEFD}" presName="nodeText" presStyleLbl="bgAccFollowNode1" presStyleIdx="0" presStyleCnt="3">
        <dgm:presLayoutVars>
          <dgm:bulletEnabled val="1"/>
        </dgm:presLayoutVars>
      </dgm:prSet>
      <dgm:spPr/>
    </dgm:pt>
    <dgm:pt modelId="{32F4D12F-1427-46A0-BFA1-74E86FD781D4}" type="pres">
      <dgm:prSet presAssocID="{03056DCC-E011-4536-B3A5-0CACF67CFFE9}" presName="sibTrans" presStyleCnt="0"/>
      <dgm:spPr/>
    </dgm:pt>
    <dgm:pt modelId="{075648D9-5F16-4FC1-A172-2D2914CA0A98}" type="pres">
      <dgm:prSet presAssocID="{9E17D36C-F2F5-44F4-8AA6-081973F716DA}" presName="compositeNode" presStyleCnt="0">
        <dgm:presLayoutVars>
          <dgm:bulletEnabled val="1"/>
        </dgm:presLayoutVars>
      </dgm:prSet>
      <dgm:spPr/>
    </dgm:pt>
    <dgm:pt modelId="{8BD2E21E-9854-4300-8ACE-6C4E218AF081}" type="pres">
      <dgm:prSet presAssocID="{9E17D36C-F2F5-44F4-8AA6-081973F716DA}" presName="bgRect" presStyleLbl="bgAccFollowNode1" presStyleIdx="1" presStyleCnt="3"/>
      <dgm:spPr/>
    </dgm:pt>
    <dgm:pt modelId="{1DEAEE8E-E8B3-4D9A-BDD4-91E4B431E500}" type="pres">
      <dgm:prSet presAssocID="{52A1E6FF-90A2-45C8-8C46-3B4FA0060EDF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D85B6BFA-16C4-4E74-9447-1D36C4BED31E}" type="pres">
      <dgm:prSet presAssocID="{9E17D36C-F2F5-44F4-8AA6-081973F716DA}" presName="bottomLine" presStyleLbl="alignNode1" presStyleIdx="3" presStyleCnt="6">
        <dgm:presLayoutVars/>
      </dgm:prSet>
      <dgm:spPr/>
    </dgm:pt>
    <dgm:pt modelId="{5D3FC94D-943B-4537-A642-75646117E4DE}" type="pres">
      <dgm:prSet presAssocID="{9E17D36C-F2F5-44F4-8AA6-081973F716DA}" presName="nodeText" presStyleLbl="bgAccFollowNode1" presStyleIdx="1" presStyleCnt="3">
        <dgm:presLayoutVars>
          <dgm:bulletEnabled val="1"/>
        </dgm:presLayoutVars>
      </dgm:prSet>
      <dgm:spPr/>
    </dgm:pt>
    <dgm:pt modelId="{C8F189D5-300E-4711-AE8C-8F7E5F8CD59E}" type="pres">
      <dgm:prSet presAssocID="{52A1E6FF-90A2-45C8-8C46-3B4FA0060EDF}" presName="sibTrans" presStyleCnt="0"/>
      <dgm:spPr/>
    </dgm:pt>
    <dgm:pt modelId="{FD595ABB-0331-429F-9778-F271A83A0151}" type="pres">
      <dgm:prSet presAssocID="{6185FF0B-3CBC-47A4-A8E5-74EACFB67E33}" presName="compositeNode" presStyleCnt="0">
        <dgm:presLayoutVars>
          <dgm:bulletEnabled val="1"/>
        </dgm:presLayoutVars>
      </dgm:prSet>
      <dgm:spPr/>
    </dgm:pt>
    <dgm:pt modelId="{666A47A2-0094-42D3-973A-462A82D19A45}" type="pres">
      <dgm:prSet presAssocID="{6185FF0B-3CBC-47A4-A8E5-74EACFB67E33}" presName="bgRect" presStyleLbl="bgAccFollowNode1" presStyleIdx="2" presStyleCnt="3"/>
      <dgm:spPr/>
    </dgm:pt>
    <dgm:pt modelId="{CF0EC1D3-92BC-4F5B-907E-5AC951260C76}" type="pres">
      <dgm:prSet presAssocID="{33C70ACC-D8CC-43F3-9D26-C1209C6951D8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D33017DC-6728-4CF1-87A9-6149FF7D7D7D}" type="pres">
      <dgm:prSet presAssocID="{6185FF0B-3CBC-47A4-A8E5-74EACFB67E33}" presName="bottomLine" presStyleLbl="alignNode1" presStyleIdx="5" presStyleCnt="6">
        <dgm:presLayoutVars/>
      </dgm:prSet>
      <dgm:spPr/>
    </dgm:pt>
    <dgm:pt modelId="{3B7D25A6-5122-46CB-95BD-223AF5CCBAA3}" type="pres">
      <dgm:prSet presAssocID="{6185FF0B-3CBC-47A4-A8E5-74EACFB67E33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D7E7322E-AF48-41F8-BB28-BD1E63D6AD7B}" srcId="{6185FF0B-3CBC-47A4-A8E5-74EACFB67E33}" destId="{2C1D5765-7FBB-4AFC-82DC-B249A939DB28}" srcOrd="0" destOrd="0" parTransId="{9DDA9732-9AA7-49F2-AAA5-9D3059BCAB5D}" sibTransId="{CF921044-5C37-49F5-A043-D9FF9A06CF1B}"/>
    <dgm:cxn modelId="{9773EE30-E665-4AD7-A3C0-DD42ACB358A5}" type="presOf" srcId="{9E17D36C-F2F5-44F4-8AA6-081973F716DA}" destId="{8BD2E21E-9854-4300-8ACE-6C4E218AF081}" srcOrd="0" destOrd="0" presId="urn:microsoft.com/office/officeart/2016/7/layout/BasicLinearProcessNumbered"/>
    <dgm:cxn modelId="{29EC2C3A-452F-4D41-A824-AE016DEDC01B}" srcId="{9E17D36C-F2F5-44F4-8AA6-081973F716DA}" destId="{35C929DF-CAEF-4227-8D0A-9AE40BA08AE5}" srcOrd="0" destOrd="0" parTransId="{5479BB93-C460-4DFC-8858-F2CB941CAE97}" sibTransId="{ED1EEF87-9F09-4ECA-8997-25A598664BE7}"/>
    <dgm:cxn modelId="{A2C95465-4169-41C8-9F70-245CD54DE979}" type="presOf" srcId="{9E17D36C-F2F5-44F4-8AA6-081973F716DA}" destId="{5D3FC94D-943B-4537-A642-75646117E4DE}" srcOrd="1" destOrd="0" presId="urn:microsoft.com/office/officeart/2016/7/layout/BasicLinearProcessNumbered"/>
    <dgm:cxn modelId="{3C33A645-333E-4534-B6CD-BEB590B04B1A}" type="presOf" srcId="{D69DE640-C740-4E3E-95B3-9902FE5FADF0}" destId="{3B7D25A6-5122-46CB-95BD-223AF5CCBAA3}" srcOrd="0" destOrd="2" presId="urn:microsoft.com/office/officeart/2016/7/layout/BasicLinearProcessNumbered"/>
    <dgm:cxn modelId="{47A1914A-567D-4166-AD26-CE97BE43E99B}" type="presOf" srcId="{03056DCC-E011-4536-B3A5-0CACF67CFFE9}" destId="{3D52058A-E0B6-46FA-AC49-399B32FC49CA}" srcOrd="0" destOrd="0" presId="urn:microsoft.com/office/officeart/2016/7/layout/BasicLinearProcessNumbered"/>
    <dgm:cxn modelId="{18D0D96D-1B05-4973-8D3E-B6E413E53476}" srcId="{76F59041-E074-4E2A-8846-A04D844F9BC7}" destId="{9E17D36C-F2F5-44F4-8AA6-081973F716DA}" srcOrd="1" destOrd="0" parTransId="{9A6F278B-8FD9-4476-83C2-05D17716EE80}" sibTransId="{52A1E6FF-90A2-45C8-8C46-3B4FA0060EDF}"/>
    <dgm:cxn modelId="{25324573-9ECC-42B3-AE10-D30DB3500091}" srcId="{9E17D36C-F2F5-44F4-8AA6-081973F716DA}" destId="{3A0D2E13-316B-4751-BCE5-2B8935EA205D}" srcOrd="1" destOrd="0" parTransId="{0557D4AF-72CA-4FE9-8658-06059E3072A2}" sibTransId="{1B58FB4E-BB68-45BC-83DD-BCFC4F923C07}"/>
    <dgm:cxn modelId="{F2EC7053-F6FD-4730-B6A2-9D0890544446}" srcId="{6185FF0B-3CBC-47A4-A8E5-74EACFB67E33}" destId="{D69DE640-C740-4E3E-95B3-9902FE5FADF0}" srcOrd="1" destOrd="0" parTransId="{18E714F8-5039-4A57-B497-CDAD798D98D9}" sibTransId="{F331F055-213B-40E9-BD82-8E64B79D722E}"/>
    <dgm:cxn modelId="{E68F4C7A-A06E-408D-A284-8438B9C489AC}" type="presOf" srcId="{79D6A730-71EB-4158-88BD-BA8B785FFEFD}" destId="{9120C250-C505-4DA3-BF7E-AE0157089E06}" srcOrd="1" destOrd="0" presId="urn:microsoft.com/office/officeart/2016/7/layout/BasicLinearProcessNumbered"/>
    <dgm:cxn modelId="{32E86783-D118-42D4-B8D8-5D4189B656CC}" type="presOf" srcId="{52A1E6FF-90A2-45C8-8C46-3B4FA0060EDF}" destId="{1DEAEE8E-E8B3-4D9A-BDD4-91E4B431E500}" srcOrd="0" destOrd="0" presId="urn:microsoft.com/office/officeart/2016/7/layout/BasicLinearProcessNumbered"/>
    <dgm:cxn modelId="{DA7DFF86-6889-427F-9FB9-B6FF40E1847F}" srcId="{76F59041-E074-4E2A-8846-A04D844F9BC7}" destId="{6185FF0B-3CBC-47A4-A8E5-74EACFB67E33}" srcOrd="2" destOrd="0" parTransId="{5753F686-3DF5-48AA-9F66-F561C3FFF3ED}" sibTransId="{33C70ACC-D8CC-43F3-9D26-C1209C6951D8}"/>
    <dgm:cxn modelId="{1EF0C8A6-A5EB-4DC7-A306-C9A31EB8360E}" type="presOf" srcId="{33C70ACC-D8CC-43F3-9D26-C1209C6951D8}" destId="{CF0EC1D3-92BC-4F5B-907E-5AC951260C76}" srcOrd="0" destOrd="0" presId="urn:microsoft.com/office/officeart/2016/7/layout/BasicLinearProcessNumbered"/>
    <dgm:cxn modelId="{4D212CB1-7A7B-40FB-9AD9-92C269342A0E}" type="presOf" srcId="{6185FF0B-3CBC-47A4-A8E5-74EACFB67E33}" destId="{3B7D25A6-5122-46CB-95BD-223AF5CCBAA3}" srcOrd="1" destOrd="0" presId="urn:microsoft.com/office/officeart/2016/7/layout/BasicLinearProcessNumbered"/>
    <dgm:cxn modelId="{F2E1B2B3-547E-4320-AB56-E8E54E10CFCC}" srcId="{76F59041-E074-4E2A-8846-A04D844F9BC7}" destId="{79D6A730-71EB-4158-88BD-BA8B785FFEFD}" srcOrd="0" destOrd="0" parTransId="{F436F147-82F7-417A-A4E5-EFF0D4246F49}" sibTransId="{03056DCC-E011-4536-B3A5-0CACF67CFFE9}"/>
    <dgm:cxn modelId="{18BD59C0-5F45-415D-BCEA-CEC791A76714}" type="presOf" srcId="{3A0D2E13-316B-4751-BCE5-2B8935EA205D}" destId="{5D3FC94D-943B-4537-A642-75646117E4DE}" srcOrd="0" destOrd="2" presId="urn:microsoft.com/office/officeart/2016/7/layout/BasicLinearProcessNumbered"/>
    <dgm:cxn modelId="{CF4169C6-C28E-4AD0-88FE-BD92B17FFBA8}" type="presOf" srcId="{76F59041-E074-4E2A-8846-A04D844F9BC7}" destId="{A3E5C3AF-90A5-48C6-B003-BEC2A45CB9B9}" srcOrd="0" destOrd="0" presId="urn:microsoft.com/office/officeart/2016/7/layout/BasicLinearProcessNumbered"/>
    <dgm:cxn modelId="{244712CF-6BFC-47D6-A5F8-D4E2880FC87E}" type="presOf" srcId="{6185FF0B-3CBC-47A4-A8E5-74EACFB67E33}" destId="{666A47A2-0094-42D3-973A-462A82D19A45}" srcOrd="0" destOrd="0" presId="urn:microsoft.com/office/officeart/2016/7/layout/BasicLinearProcessNumbered"/>
    <dgm:cxn modelId="{E89C6BD3-E861-46D8-9F49-C12098109F4C}" type="presOf" srcId="{2C1D5765-7FBB-4AFC-82DC-B249A939DB28}" destId="{3B7D25A6-5122-46CB-95BD-223AF5CCBAA3}" srcOrd="0" destOrd="1" presId="urn:microsoft.com/office/officeart/2016/7/layout/BasicLinearProcessNumbered"/>
    <dgm:cxn modelId="{665FE9E3-4FED-4209-8981-5298EA9C4A50}" type="presOf" srcId="{79D6A730-71EB-4158-88BD-BA8B785FFEFD}" destId="{5BC3AA70-DF3C-4AE3-8AFF-7E01B3EAF95E}" srcOrd="0" destOrd="0" presId="urn:microsoft.com/office/officeart/2016/7/layout/BasicLinearProcessNumbered"/>
    <dgm:cxn modelId="{055C6DF7-5CBA-479A-9939-74F7AC50EB95}" type="presOf" srcId="{35C929DF-CAEF-4227-8D0A-9AE40BA08AE5}" destId="{5D3FC94D-943B-4537-A642-75646117E4DE}" srcOrd="0" destOrd="1" presId="urn:microsoft.com/office/officeart/2016/7/layout/BasicLinearProcessNumbered"/>
    <dgm:cxn modelId="{3722A07E-9F46-4BF8-8983-EA5EA4942F5B}" type="presParOf" srcId="{A3E5C3AF-90A5-48C6-B003-BEC2A45CB9B9}" destId="{55C048B8-2DE6-448D-A01E-B20FC443EDF6}" srcOrd="0" destOrd="0" presId="urn:microsoft.com/office/officeart/2016/7/layout/BasicLinearProcessNumbered"/>
    <dgm:cxn modelId="{E49A5568-2B18-494C-86BA-0042BE77AFBA}" type="presParOf" srcId="{55C048B8-2DE6-448D-A01E-B20FC443EDF6}" destId="{5BC3AA70-DF3C-4AE3-8AFF-7E01B3EAF95E}" srcOrd="0" destOrd="0" presId="urn:microsoft.com/office/officeart/2016/7/layout/BasicLinearProcessNumbered"/>
    <dgm:cxn modelId="{CDCACC2B-B399-4167-9341-7083D16A9B34}" type="presParOf" srcId="{55C048B8-2DE6-448D-A01E-B20FC443EDF6}" destId="{3D52058A-E0B6-46FA-AC49-399B32FC49CA}" srcOrd="1" destOrd="0" presId="urn:microsoft.com/office/officeart/2016/7/layout/BasicLinearProcessNumbered"/>
    <dgm:cxn modelId="{C8397954-3BD6-4559-91EA-6FD25637CD67}" type="presParOf" srcId="{55C048B8-2DE6-448D-A01E-B20FC443EDF6}" destId="{4170113C-7B2A-4984-A9EF-1C060B446F62}" srcOrd="2" destOrd="0" presId="urn:microsoft.com/office/officeart/2016/7/layout/BasicLinearProcessNumbered"/>
    <dgm:cxn modelId="{8F87B7A9-E462-470E-95CC-9F64A5D389C3}" type="presParOf" srcId="{55C048B8-2DE6-448D-A01E-B20FC443EDF6}" destId="{9120C250-C505-4DA3-BF7E-AE0157089E06}" srcOrd="3" destOrd="0" presId="urn:microsoft.com/office/officeart/2016/7/layout/BasicLinearProcessNumbered"/>
    <dgm:cxn modelId="{C1645947-BB71-4EC0-9B0F-6A9A21420A8F}" type="presParOf" srcId="{A3E5C3AF-90A5-48C6-B003-BEC2A45CB9B9}" destId="{32F4D12F-1427-46A0-BFA1-74E86FD781D4}" srcOrd="1" destOrd="0" presId="urn:microsoft.com/office/officeart/2016/7/layout/BasicLinearProcessNumbered"/>
    <dgm:cxn modelId="{4BB51DF2-315B-47FB-B3B5-61C13401C464}" type="presParOf" srcId="{A3E5C3AF-90A5-48C6-B003-BEC2A45CB9B9}" destId="{075648D9-5F16-4FC1-A172-2D2914CA0A98}" srcOrd="2" destOrd="0" presId="urn:microsoft.com/office/officeart/2016/7/layout/BasicLinearProcessNumbered"/>
    <dgm:cxn modelId="{390D227B-4A3D-4F4B-B409-7BD84E9A7F41}" type="presParOf" srcId="{075648D9-5F16-4FC1-A172-2D2914CA0A98}" destId="{8BD2E21E-9854-4300-8ACE-6C4E218AF081}" srcOrd="0" destOrd="0" presId="urn:microsoft.com/office/officeart/2016/7/layout/BasicLinearProcessNumbered"/>
    <dgm:cxn modelId="{5F044761-4261-4624-8EA4-8E575DF37AC3}" type="presParOf" srcId="{075648D9-5F16-4FC1-A172-2D2914CA0A98}" destId="{1DEAEE8E-E8B3-4D9A-BDD4-91E4B431E500}" srcOrd="1" destOrd="0" presId="urn:microsoft.com/office/officeart/2016/7/layout/BasicLinearProcessNumbered"/>
    <dgm:cxn modelId="{2BF38A88-7513-4A28-A68B-D2FB83D4F8F7}" type="presParOf" srcId="{075648D9-5F16-4FC1-A172-2D2914CA0A98}" destId="{D85B6BFA-16C4-4E74-9447-1D36C4BED31E}" srcOrd="2" destOrd="0" presId="urn:microsoft.com/office/officeart/2016/7/layout/BasicLinearProcessNumbered"/>
    <dgm:cxn modelId="{DCBFE42C-A074-4ED1-BC51-B0349F760D4A}" type="presParOf" srcId="{075648D9-5F16-4FC1-A172-2D2914CA0A98}" destId="{5D3FC94D-943B-4537-A642-75646117E4DE}" srcOrd="3" destOrd="0" presId="urn:microsoft.com/office/officeart/2016/7/layout/BasicLinearProcessNumbered"/>
    <dgm:cxn modelId="{3A2037E4-EF1B-47C0-A5FB-8E603BBA5B78}" type="presParOf" srcId="{A3E5C3AF-90A5-48C6-B003-BEC2A45CB9B9}" destId="{C8F189D5-300E-4711-AE8C-8F7E5F8CD59E}" srcOrd="3" destOrd="0" presId="urn:microsoft.com/office/officeart/2016/7/layout/BasicLinearProcessNumbered"/>
    <dgm:cxn modelId="{C48C2308-CA8C-40F6-A62F-0A3CCB430C5B}" type="presParOf" srcId="{A3E5C3AF-90A5-48C6-B003-BEC2A45CB9B9}" destId="{FD595ABB-0331-429F-9778-F271A83A0151}" srcOrd="4" destOrd="0" presId="urn:microsoft.com/office/officeart/2016/7/layout/BasicLinearProcessNumbered"/>
    <dgm:cxn modelId="{D1C8FF2C-2B40-49BD-8C4B-13D165105C77}" type="presParOf" srcId="{FD595ABB-0331-429F-9778-F271A83A0151}" destId="{666A47A2-0094-42D3-973A-462A82D19A45}" srcOrd="0" destOrd="0" presId="urn:microsoft.com/office/officeart/2016/7/layout/BasicLinearProcessNumbered"/>
    <dgm:cxn modelId="{59CA7027-0EEA-483F-B2A0-5B4E96F28520}" type="presParOf" srcId="{FD595ABB-0331-429F-9778-F271A83A0151}" destId="{CF0EC1D3-92BC-4F5B-907E-5AC951260C76}" srcOrd="1" destOrd="0" presId="urn:microsoft.com/office/officeart/2016/7/layout/BasicLinearProcessNumbered"/>
    <dgm:cxn modelId="{96BE3694-AF57-4BC3-A8FE-870B3DD482F3}" type="presParOf" srcId="{FD595ABB-0331-429F-9778-F271A83A0151}" destId="{D33017DC-6728-4CF1-87A9-6149FF7D7D7D}" srcOrd="2" destOrd="0" presId="urn:microsoft.com/office/officeart/2016/7/layout/BasicLinearProcessNumbered"/>
    <dgm:cxn modelId="{BEE87F5B-DA7F-4502-9196-966E0E166224}" type="presParOf" srcId="{FD595ABB-0331-429F-9778-F271A83A0151}" destId="{3B7D25A6-5122-46CB-95BD-223AF5CCBAA3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2A1AE68-482C-4AEC-B0B0-2FC43EE0FF05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7782A8A-6D83-4D46-A301-05A155150064}">
      <dgm:prSet/>
      <dgm:spPr/>
      <dgm:t>
        <a:bodyPr/>
        <a:lstStyle/>
        <a:p>
          <a:r>
            <a:rPr lang="en-IE" b="0" i="0"/>
            <a:t>Create a summary of the project that includes</a:t>
          </a:r>
          <a:endParaRPr lang="en-US"/>
        </a:p>
      </dgm:t>
    </dgm:pt>
    <dgm:pt modelId="{AB9760DE-C250-4512-AEC1-C5904BEA0593}" type="parTrans" cxnId="{84DCEED4-5AC6-48E2-94A3-79AC22316318}">
      <dgm:prSet/>
      <dgm:spPr/>
      <dgm:t>
        <a:bodyPr/>
        <a:lstStyle/>
        <a:p>
          <a:endParaRPr lang="en-US"/>
        </a:p>
      </dgm:t>
    </dgm:pt>
    <dgm:pt modelId="{01C38A95-25DE-448E-AE73-0AECA595CF15}" type="sibTrans" cxnId="{84DCEED4-5AC6-48E2-94A3-79AC22316318}">
      <dgm:prSet/>
      <dgm:spPr/>
      <dgm:t>
        <a:bodyPr/>
        <a:lstStyle/>
        <a:p>
          <a:endParaRPr lang="en-US"/>
        </a:p>
      </dgm:t>
    </dgm:pt>
    <dgm:pt modelId="{F343725D-5B1D-493E-852F-CFD3EBFC07E9}">
      <dgm:prSet/>
      <dgm:spPr/>
      <dgm:t>
        <a:bodyPr/>
        <a:lstStyle/>
        <a:p>
          <a:r>
            <a:rPr lang="en-IE" b="0" i="0" dirty="0"/>
            <a:t>Description of the area (e.g. news, weather, student marks)</a:t>
          </a:r>
          <a:endParaRPr lang="en-US" dirty="0"/>
        </a:p>
      </dgm:t>
    </dgm:pt>
    <dgm:pt modelId="{F0C7C427-FE4F-43DB-8BC0-D249F4680A1D}" type="parTrans" cxnId="{2D5B2A37-82F7-4E7A-B4D7-A9EFA9E74F86}">
      <dgm:prSet/>
      <dgm:spPr/>
      <dgm:t>
        <a:bodyPr/>
        <a:lstStyle/>
        <a:p>
          <a:endParaRPr lang="en-US"/>
        </a:p>
      </dgm:t>
    </dgm:pt>
    <dgm:pt modelId="{C16F4922-6557-486F-A00F-6E242BA38465}" type="sibTrans" cxnId="{2D5B2A37-82F7-4E7A-B4D7-A9EFA9E74F86}">
      <dgm:prSet/>
      <dgm:spPr/>
      <dgm:t>
        <a:bodyPr/>
        <a:lstStyle/>
        <a:p>
          <a:endParaRPr lang="en-US"/>
        </a:p>
      </dgm:t>
    </dgm:pt>
    <dgm:pt modelId="{1266B277-732E-4943-BCCA-A6CFA27C23E6}">
      <dgm:prSet/>
      <dgm:spPr/>
      <dgm:t>
        <a:bodyPr/>
        <a:lstStyle/>
        <a:p>
          <a:r>
            <a:rPr lang="en-IE" b="0" i="0"/>
            <a:t>What you want to do</a:t>
          </a:r>
          <a:endParaRPr lang="en-US"/>
        </a:p>
      </dgm:t>
    </dgm:pt>
    <dgm:pt modelId="{AEA9A383-EA58-46FC-88DF-378C551A45E7}" type="parTrans" cxnId="{EB4250CD-315F-4D76-93E0-498FBF7C6C09}">
      <dgm:prSet/>
      <dgm:spPr/>
      <dgm:t>
        <a:bodyPr/>
        <a:lstStyle/>
        <a:p>
          <a:endParaRPr lang="en-US"/>
        </a:p>
      </dgm:t>
    </dgm:pt>
    <dgm:pt modelId="{EAE5794A-E198-43D4-B59E-3DF425C73ED7}" type="sibTrans" cxnId="{EB4250CD-315F-4D76-93E0-498FBF7C6C09}">
      <dgm:prSet/>
      <dgm:spPr/>
      <dgm:t>
        <a:bodyPr/>
        <a:lstStyle/>
        <a:p>
          <a:endParaRPr lang="en-US"/>
        </a:p>
      </dgm:t>
    </dgm:pt>
    <dgm:pt modelId="{39193EA8-6807-4648-A3AC-5EF482E309A6}">
      <dgm:prSet/>
      <dgm:spPr/>
      <dgm:t>
        <a:bodyPr/>
        <a:lstStyle/>
        <a:p>
          <a:r>
            <a:rPr lang="en-IE" b="0" i="0" dirty="0"/>
            <a:t>Why what you are doing is important</a:t>
          </a:r>
          <a:endParaRPr lang="en-US" dirty="0"/>
        </a:p>
      </dgm:t>
    </dgm:pt>
    <dgm:pt modelId="{2BA64CF3-BDB3-4977-916B-A4025652359F}" type="parTrans" cxnId="{DB9D0C5E-DF34-419B-A123-BDF4F6E4B44E}">
      <dgm:prSet/>
      <dgm:spPr/>
      <dgm:t>
        <a:bodyPr/>
        <a:lstStyle/>
        <a:p>
          <a:endParaRPr lang="en-US"/>
        </a:p>
      </dgm:t>
    </dgm:pt>
    <dgm:pt modelId="{5527F7AD-5B60-4C63-ACEC-D18F8B86E7EF}" type="sibTrans" cxnId="{DB9D0C5E-DF34-419B-A123-BDF4F6E4B44E}">
      <dgm:prSet/>
      <dgm:spPr/>
      <dgm:t>
        <a:bodyPr/>
        <a:lstStyle/>
        <a:p>
          <a:endParaRPr lang="en-US"/>
        </a:p>
      </dgm:t>
    </dgm:pt>
    <dgm:pt modelId="{B9B7CD18-BF45-48AE-905D-963ECB3C563A}">
      <dgm:prSet/>
      <dgm:spPr/>
      <dgm:t>
        <a:bodyPr/>
        <a:lstStyle/>
        <a:p>
          <a:r>
            <a:rPr lang="en-IE" b="0" i="0"/>
            <a:t>Submit the project idea</a:t>
          </a:r>
          <a:endParaRPr lang="en-US"/>
        </a:p>
      </dgm:t>
    </dgm:pt>
    <dgm:pt modelId="{7D2CEBC1-A976-4DB1-9758-21A5AE513E32}" type="parTrans" cxnId="{1A4423E7-0F56-4723-A495-E20FD41D293B}">
      <dgm:prSet/>
      <dgm:spPr/>
      <dgm:t>
        <a:bodyPr/>
        <a:lstStyle/>
        <a:p>
          <a:endParaRPr lang="en-US"/>
        </a:p>
      </dgm:t>
    </dgm:pt>
    <dgm:pt modelId="{8CB6F290-8567-4535-9542-F4714424C405}" type="sibTrans" cxnId="{1A4423E7-0F56-4723-A495-E20FD41D293B}">
      <dgm:prSet/>
      <dgm:spPr/>
      <dgm:t>
        <a:bodyPr/>
        <a:lstStyle/>
        <a:p>
          <a:endParaRPr lang="en-US"/>
        </a:p>
      </dgm:t>
    </dgm:pt>
    <dgm:pt modelId="{30F8946D-3D63-44E9-A760-301C479D1505}" type="pres">
      <dgm:prSet presAssocID="{D2A1AE68-482C-4AEC-B0B0-2FC43EE0FF05}" presName="Name0" presStyleCnt="0">
        <dgm:presLayoutVars>
          <dgm:dir/>
          <dgm:animLvl val="lvl"/>
          <dgm:resizeHandles val="exact"/>
        </dgm:presLayoutVars>
      </dgm:prSet>
      <dgm:spPr/>
    </dgm:pt>
    <dgm:pt modelId="{D97E055B-2508-48F5-8C7E-C17EF91A3EA7}" type="pres">
      <dgm:prSet presAssocID="{B9B7CD18-BF45-48AE-905D-963ECB3C563A}" presName="boxAndChildren" presStyleCnt="0"/>
      <dgm:spPr/>
    </dgm:pt>
    <dgm:pt modelId="{ED604D19-52B2-411D-94F1-C7B2190107A3}" type="pres">
      <dgm:prSet presAssocID="{B9B7CD18-BF45-48AE-905D-963ECB3C563A}" presName="parentTextBox" presStyleLbl="node1" presStyleIdx="0" presStyleCnt="2"/>
      <dgm:spPr/>
    </dgm:pt>
    <dgm:pt modelId="{E8520B1D-4B58-4942-8327-845ACE4B417B}" type="pres">
      <dgm:prSet presAssocID="{01C38A95-25DE-448E-AE73-0AECA595CF15}" presName="sp" presStyleCnt="0"/>
      <dgm:spPr/>
    </dgm:pt>
    <dgm:pt modelId="{B1AF4844-E5EE-462C-9541-2C91A9819789}" type="pres">
      <dgm:prSet presAssocID="{B7782A8A-6D83-4D46-A301-05A155150064}" presName="arrowAndChildren" presStyleCnt="0"/>
      <dgm:spPr/>
    </dgm:pt>
    <dgm:pt modelId="{70F1D383-8E45-4417-967F-802884852FEB}" type="pres">
      <dgm:prSet presAssocID="{B7782A8A-6D83-4D46-A301-05A155150064}" presName="parentTextArrow" presStyleLbl="node1" presStyleIdx="0" presStyleCnt="2"/>
      <dgm:spPr/>
    </dgm:pt>
    <dgm:pt modelId="{102EE684-0463-45E2-8381-0F9ACB69C00F}" type="pres">
      <dgm:prSet presAssocID="{B7782A8A-6D83-4D46-A301-05A155150064}" presName="arrow" presStyleLbl="node1" presStyleIdx="1" presStyleCnt="2"/>
      <dgm:spPr/>
    </dgm:pt>
    <dgm:pt modelId="{F655ED1C-9A29-41C4-8F48-3FCE82A2A0FA}" type="pres">
      <dgm:prSet presAssocID="{B7782A8A-6D83-4D46-A301-05A155150064}" presName="descendantArrow" presStyleCnt="0"/>
      <dgm:spPr/>
    </dgm:pt>
    <dgm:pt modelId="{C0DFA59D-532F-4290-922F-E8874895F8B0}" type="pres">
      <dgm:prSet presAssocID="{F343725D-5B1D-493E-852F-CFD3EBFC07E9}" presName="childTextArrow" presStyleLbl="fgAccFollowNode1" presStyleIdx="0" presStyleCnt="3">
        <dgm:presLayoutVars>
          <dgm:bulletEnabled val="1"/>
        </dgm:presLayoutVars>
      </dgm:prSet>
      <dgm:spPr/>
    </dgm:pt>
    <dgm:pt modelId="{19A06900-CCB2-459F-8684-190ADF04718A}" type="pres">
      <dgm:prSet presAssocID="{1266B277-732E-4943-BCCA-A6CFA27C23E6}" presName="childTextArrow" presStyleLbl="fgAccFollowNode1" presStyleIdx="1" presStyleCnt="3">
        <dgm:presLayoutVars>
          <dgm:bulletEnabled val="1"/>
        </dgm:presLayoutVars>
      </dgm:prSet>
      <dgm:spPr/>
    </dgm:pt>
    <dgm:pt modelId="{C117577A-C365-42A0-A9B8-89AE62210446}" type="pres">
      <dgm:prSet presAssocID="{39193EA8-6807-4648-A3AC-5EF482E309A6}" presName="childTextArrow" presStyleLbl="fgAccFollowNode1" presStyleIdx="2" presStyleCnt="3">
        <dgm:presLayoutVars>
          <dgm:bulletEnabled val="1"/>
        </dgm:presLayoutVars>
      </dgm:prSet>
      <dgm:spPr/>
    </dgm:pt>
  </dgm:ptLst>
  <dgm:cxnLst>
    <dgm:cxn modelId="{409DDE06-4825-4CF5-8689-8ABBDF149F20}" type="presOf" srcId="{F343725D-5B1D-493E-852F-CFD3EBFC07E9}" destId="{C0DFA59D-532F-4290-922F-E8874895F8B0}" srcOrd="0" destOrd="0" presId="urn:microsoft.com/office/officeart/2005/8/layout/process4"/>
    <dgm:cxn modelId="{58BA2014-2763-4F7C-908F-BE65BF2F13A1}" type="presOf" srcId="{B9B7CD18-BF45-48AE-905D-963ECB3C563A}" destId="{ED604D19-52B2-411D-94F1-C7B2190107A3}" srcOrd="0" destOrd="0" presId="urn:microsoft.com/office/officeart/2005/8/layout/process4"/>
    <dgm:cxn modelId="{2D5B2A37-82F7-4E7A-B4D7-A9EFA9E74F86}" srcId="{B7782A8A-6D83-4D46-A301-05A155150064}" destId="{F343725D-5B1D-493E-852F-CFD3EBFC07E9}" srcOrd="0" destOrd="0" parTransId="{F0C7C427-FE4F-43DB-8BC0-D249F4680A1D}" sibTransId="{C16F4922-6557-486F-A00F-6E242BA38465}"/>
    <dgm:cxn modelId="{DB9D0C5E-DF34-419B-A123-BDF4F6E4B44E}" srcId="{B7782A8A-6D83-4D46-A301-05A155150064}" destId="{39193EA8-6807-4648-A3AC-5EF482E309A6}" srcOrd="2" destOrd="0" parTransId="{2BA64CF3-BDB3-4977-916B-A4025652359F}" sibTransId="{5527F7AD-5B60-4C63-ACEC-D18F8B86E7EF}"/>
    <dgm:cxn modelId="{7BCC26AC-0C3F-448E-A806-A7B9B608CA4B}" type="presOf" srcId="{D2A1AE68-482C-4AEC-B0B0-2FC43EE0FF05}" destId="{30F8946D-3D63-44E9-A760-301C479D1505}" srcOrd="0" destOrd="0" presId="urn:microsoft.com/office/officeart/2005/8/layout/process4"/>
    <dgm:cxn modelId="{549B29B0-02C0-4028-83D8-1D52E00D2FC7}" type="presOf" srcId="{1266B277-732E-4943-BCCA-A6CFA27C23E6}" destId="{19A06900-CCB2-459F-8684-190ADF04718A}" srcOrd="0" destOrd="0" presId="urn:microsoft.com/office/officeart/2005/8/layout/process4"/>
    <dgm:cxn modelId="{E4D508B8-3BBC-4A2B-814F-E03DBCFE735C}" type="presOf" srcId="{39193EA8-6807-4648-A3AC-5EF482E309A6}" destId="{C117577A-C365-42A0-A9B8-89AE62210446}" srcOrd="0" destOrd="0" presId="urn:microsoft.com/office/officeart/2005/8/layout/process4"/>
    <dgm:cxn modelId="{EB4250CD-315F-4D76-93E0-498FBF7C6C09}" srcId="{B7782A8A-6D83-4D46-A301-05A155150064}" destId="{1266B277-732E-4943-BCCA-A6CFA27C23E6}" srcOrd="1" destOrd="0" parTransId="{AEA9A383-EA58-46FC-88DF-378C551A45E7}" sibTransId="{EAE5794A-E198-43D4-B59E-3DF425C73ED7}"/>
    <dgm:cxn modelId="{84DCEED4-5AC6-48E2-94A3-79AC22316318}" srcId="{D2A1AE68-482C-4AEC-B0B0-2FC43EE0FF05}" destId="{B7782A8A-6D83-4D46-A301-05A155150064}" srcOrd="0" destOrd="0" parTransId="{AB9760DE-C250-4512-AEC1-C5904BEA0593}" sibTransId="{01C38A95-25DE-448E-AE73-0AECA595CF15}"/>
    <dgm:cxn modelId="{E3BC2CE1-32F0-4B6E-A1AB-2EDB0AD0FBD1}" type="presOf" srcId="{B7782A8A-6D83-4D46-A301-05A155150064}" destId="{102EE684-0463-45E2-8381-0F9ACB69C00F}" srcOrd="1" destOrd="0" presId="urn:microsoft.com/office/officeart/2005/8/layout/process4"/>
    <dgm:cxn modelId="{58B5D8E3-2412-4D5A-A351-83DB02DBE93E}" type="presOf" srcId="{B7782A8A-6D83-4D46-A301-05A155150064}" destId="{70F1D383-8E45-4417-967F-802884852FEB}" srcOrd="0" destOrd="0" presId="urn:microsoft.com/office/officeart/2005/8/layout/process4"/>
    <dgm:cxn modelId="{1A4423E7-0F56-4723-A495-E20FD41D293B}" srcId="{D2A1AE68-482C-4AEC-B0B0-2FC43EE0FF05}" destId="{B9B7CD18-BF45-48AE-905D-963ECB3C563A}" srcOrd="1" destOrd="0" parTransId="{7D2CEBC1-A976-4DB1-9758-21A5AE513E32}" sibTransId="{8CB6F290-8567-4535-9542-F4714424C405}"/>
    <dgm:cxn modelId="{CD26757A-E470-4650-8DAC-FABDEE702A9F}" type="presParOf" srcId="{30F8946D-3D63-44E9-A760-301C479D1505}" destId="{D97E055B-2508-48F5-8C7E-C17EF91A3EA7}" srcOrd="0" destOrd="0" presId="urn:microsoft.com/office/officeart/2005/8/layout/process4"/>
    <dgm:cxn modelId="{0B4CAD2B-3952-4741-AE09-401AE62EB80F}" type="presParOf" srcId="{D97E055B-2508-48F5-8C7E-C17EF91A3EA7}" destId="{ED604D19-52B2-411D-94F1-C7B2190107A3}" srcOrd="0" destOrd="0" presId="urn:microsoft.com/office/officeart/2005/8/layout/process4"/>
    <dgm:cxn modelId="{44D9B8C0-EE9F-4120-B6C4-ADEDB84F7CF8}" type="presParOf" srcId="{30F8946D-3D63-44E9-A760-301C479D1505}" destId="{E8520B1D-4B58-4942-8327-845ACE4B417B}" srcOrd="1" destOrd="0" presId="urn:microsoft.com/office/officeart/2005/8/layout/process4"/>
    <dgm:cxn modelId="{C40FD466-E853-4EDE-896D-2A3EFD506004}" type="presParOf" srcId="{30F8946D-3D63-44E9-A760-301C479D1505}" destId="{B1AF4844-E5EE-462C-9541-2C91A9819789}" srcOrd="2" destOrd="0" presId="urn:microsoft.com/office/officeart/2005/8/layout/process4"/>
    <dgm:cxn modelId="{07E77FED-9C03-4F42-B4D2-40A08C03249A}" type="presParOf" srcId="{B1AF4844-E5EE-462C-9541-2C91A9819789}" destId="{70F1D383-8E45-4417-967F-802884852FEB}" srcOrd="0" destOrd="0" presId="urn:microsoft.com/office/officeart/2005/8/layout/process4"/>
    <dgm:cxn modelId="{F496D5FF-B5E5-4869-9F89-C06E00951A36}" type="presParOf" srcId="{B1AF4844-E5EE-462C-9541-2C91A9819789}" destId="{102EE684-0463-45E2-8381-0F9ACB69C00F}" srcOrd="1" destOrd="0" presId="urn:microsoft.com/office/officeart/2005/8/layout/process4"/>
    <dgm:cxn modelId="{6C91ABA9-CAC7-4008-B94F-30698768A9C1}" type="presParOf" srcId="{B1AF4844-E5EE-462C-9541-2C91A9819789}" destId="{F655ED1C-9A29-41C4-8F48-3FCE82A2A0FA}" srcOrd="2" destOrd="0" presId="urn:microsoft.com/office/officeart/2005/8/layout/process4"/>
    <dgm:cxn modelId="{757515E8-A081-4491-BE0E-F6A3895FDC92}" type="presParOf" srcId="{F655ED1C-9A29-41C4-8F48-3FCE82A2A0FA}" destId="{C0DFA59D-532F-4290-922F-E8874895F8B0}" srcOrd="0" destOrd="0" presId="urn:microsoft.com/office/officeart/2005/8/layout/process4"/>
    <dgm:cxn modelId="{2430440E-6A85-41AA-A53A-C7888334296B}" type="presParOf" srcId="{F655ED1C-9A29-41C4-8F48-3FCE82A2A0FA}" destId="{19A06900-CCB2-459F-8684-190ADF04718A}" srcOrd="1" destOrd="0" presId="urn:microsoft.com/office/officeart/2005/8/layout/process4"/>
    <dgm:cxn modelId="{71D610D1-F19B-4E57-B3DF-B495B5A1082B}" type="presParOf" srcId="{F655ED1C-9A29-41C4-8F48-3FCE82A2A0FA}" destId="{C117577A-C365-42A0-A9B8-89AE62210446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859BE9-2EAD-4FAE-A099-05EA2A9F485B}">
      <dsp:nvSpPr>
        <dsp:cNvPr id="0" name=""/>
        <dsp:cNvSpPr/>
      </dsp:nvSpPr>
      <dsp:spPr>
        <a:xfrm>
          <a:off x="0" y="558"/>
          <a:ext cx="6496050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BD9B90-3A17-41C0-829B-3ECEBBB0CE10}">
      <dsp:nvSpPr>
        <dsp:cNvPr id="0" name=""/>
        <dsp:cNvSpPr/>
      </dsp:nvSpPr>
      <dsp:spPr>
        <a:xfrm>
          <a:off x="395054" y="294400"/>
          <a:ext cx="718281" cy="7182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6D88C5-9C15-4B44-B5B5-08836539F6FA}">
      <dsp:nvSpPr>
        <dsp:cNvPr id="0" name=""/>
        <dsp:cNvSpPr/>
      </dsp:nvSpPr>
      <dsp:spPr>
        <a:xfrm>
          <a:off x="1508391" y="558"/>
          <a:ext cx="498765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500" kern="1200"/>
            <a:t>Importing data</a:t>
          </a:r>
          <a:endParaRPr lang="en-US" sz="2500" kern="1200"/>
        </a:p>
      </dsp:txBody>
      <dsp:txXfrm>
        <a:off x="1508391" y="558"/>
        <a:ext cx="4987658" cy="1305966"/>
      </dsp:txXfrm>
    </dsp:sp>
    <dsp:sp modelId="{A1F01885-4F98-49B6-8CA4-8D1F78B0B9CA}">
      <dsp:nvSpPr>
        <dsp:cNvPr id="0" name=""/>
        <dsp:cNvSpPr/>
      </dsp:nvSpPr>
      <dsp:spPr>
        <a:xfrm>
          <a:off x="0" y="1633016"/>
          <a:ext cx="6496050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6E33BB-F2BA-411A-BCE3-42638CA44B29}">
      <dsp:nvSpPr>
        <dsp:cNvPr id="0" name=""/>
        <dsp:cNvSpPr/>
      </dsp:nvSpPr>
      <dsp:spPr>
        <a:xfrm>
          <a:off x="395054" y="1926859"/>
          <a:ext cx="718281" cy="7182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BBAFDD-E903-4513-A167-772BB29AE430}">
      <dsp:nvSpPr>
        <dsp:cNvPr id="0" name=""/>
        <dsp:cNvSpPr/>
      </dsp:nvSpPr>
      <dsp:spPr>
        <a:xfrm>
          <a:off x="1508391" y="1633016"/>
          <a:ext cx="498765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500" kern="1200"/>
            <a:t>Data Presentation and Visualisation </a:t>
          </a:r>
          <a:endParaRPr lang="en-US" sz="2500" kern="1200"/>
        </a:p>
      </dsp:txBody>
      <dsp:txXfrm>
        <a:off x="1508391" y="1633016"/>
        <a:ext cx="4987658" cy="1305966"/>
      </dsp:txXfrm>
    </dsp:sp>
    <dsp:sp modelId="{99114C01-36BF-4983-B8A9-3410162EE1B2}">
      <dsp:nvSpPr>
        <dsp:cNvPr id="0" name=""/>
        <dsp:cNvSpPr/>
      </dsp:nvSpPr>
      <dsp:spPr>
        <a:xfrm>
          <a:off x="0" y="3265475"/>
          <a:ext cx="6496050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EB5AF3-EAF3-41AF-9156-5A5200A403CF}">
      <dsp:nvSpPr>
        <dsp:cNvPr id="0" name=""/>
        <dsp:cNvSpPr/>
      </dsp:nvSpPr>
      <dsp:spPr>
        <a:xfrm>
          <a:off x="395054" y="3559317"/>
          <a:ext cx="718281" cy="7182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C14C0B-EC96-408B-ADDB-645BC71A8188}">
      <dsp:nvSpPr>
        <dsp:cNvPr id="0" name=""/>
        <dsp:cNvSpPr/>
      </dsp:nvSpPr>
      <dsp:spPr>
        <a:xfrm>
          <a:off x="1508391" y="3265475"/>
          <a:ext cx="498765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500" kern="1200"/>
            <a:t>Knowledge extraction</a:t>
          </a:r>
          <a:endParaRPr lang="en-US" sz="2500" kern="1200"/>
        </a:p>
      </dsp:txBody>
      <dsp:txXfrm>
        <a:off x="1508391" y="3265475"/>
        <a:ext cx="4987658" cy="13059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A3BBCA-4B89-4546-95E3-7D10B814D83F}">
      <dsp:nvSpPr>
        <dsp:cNvPr id="0" name=""/>
        <dsp:cNvSpPr/>
      </dsp:nvSpPr>
      <dsp:spPr>
        <a:xfrm>
          <a:off x="0" y="374208"/>
          <a:ext cx="7036718" cy="110564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000" kern="1200" dirty="0"/>
            <a:t>parsing a file</a:t>
          </a:r>
          <a:br>
            <a:rPr lang="en-IE" sz="2000" kern="1200" dirty="0"/>
          </a:br>
          <a:r>
            <a:rPr lang="en-IE" sz="2000" kern="1200" dirty="0"/>
            <a:t>using web form</a:t>
          </a:r>
          <a:br>
            <a:rPr lang="en-IE" sz="2000" kern="1200" dirty="0"/>
          </a:br>
          <a:r>
            <a:rPr lang="en-IE" sz="2000" kern="1200" dirty="0"/>
            <a:t>get data from a third party </a:t>
          </a:r>
          <a:endParaRPr lang="en-US" sz="2000" kern="1200" dirty="0"/>
        </a:p>
      </dsp:txBody>
      <dsp:txXfrm>
        <a:off x="53973" y="428181"/>
        <a:ext cx="6928772" cy="997703"/>
      </dsp:txXfrm>
    </dsp:sp>
    <dsp:sp modelId="{8D0A48A4-A380-4644-BE85-51621492AD2A}">
      <dsp:nvSpPr>
        <dsp:cNvPr id="0" name=""/>
        <dsp:cNvSpPr/>
      </dsp:nvSpPr>
      <dsp:spPr>
        <a:xfrm>
          <a:off x="0" y="1600818"/>
          <a:ext cx="7036718" cy="586082"/>
        </a:xfrm>
        <a:prstGeom prst="roundRect">
          <a:avLst/>
        </a:prstGeom>
        <a:gradFill rotWithShape="0">
          <a:gsLst>
            <a:gs pos="0">
              <a:schemeClr val="accent2">
                <a:hueOff val="1354814"/>
                <a:satOff val="-6632"/>
                <a:lumOff val="3725"/>
                <a:alphaOff val="0"/>
                <a:tint val="98000"/>
                <a:lumMod val="114000"/>
              </a:schemeClr>
            </a:gs>
            <a:gs pos="100000">
              <a:schemeClr val="accent2">
                <a:hueOff val="1354814"/>
                <a:satOff val="-6632"/>
                <a:lumOff val="3725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400" kern="1200" dirty="0"/>
            <a:t>Examples of Tasks include</a:t>
          </a:r>
          <a:endParaRPr lang="en-US" sz="2400" kern="1200" dirty="0"/>
        </a:p>
      </dsp:txBody>
      <dsp:txXfrm>
        <a:off x="28610" y="1629428"/>
        <a:ext cx="6979498" cy="528862"/>
      </dsp:txXfrm>
    </dsp:sp>
    <dsp:sp modelId="{30EDC528-E4A3-43BD-8817-F502DFAF4396}">
      <dsp:nvSpPr>
        <dsp:cNvPr id="0" name=""/>
        <dsp:cNvSpPr/>
      </dsp:nvSpPr>
      <dsp:spPr>
        <a:xfrm>
          <a:off x="0" y="2186901"/>
          <a:ext cx="7036718" cy="2608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416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E" sz="2000" kern="1200" dirty="0"/>
            <a:t>Preprocess Data</a:t>
          </a:r>
          <a:endParaRPr lang="en-US" sz="2000" kern="120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E" sz="2000" kern="1200" dirty="0"/>
            <a:t>Deal with missing, incorrect values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E" sz="2000" kern="1200" dirty="0"/>
            <a:t>Model the data and create a database to receive incoming data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E" sz="2000" kern="1200" dirty="0"/>
            <a:t>Write the code to </a:t>
          </a:r>
          <a:endParaRPr lang="en-US" sz="2000" kern="120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E" sz="2000" kern="1200" dirty="0"/>
            <a:t>parse a file</a:t>
          </a:r>
          <a:endParaRPr lang="en-US" sz="2000" kern="120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E" sz="2000" kern="1200" dirty="0"/>
            <a:t>Create a web form receive the data and store them to the database</a:t>
          </a:r>
          <a:endParaRPr lang="en-US" sz="2000" kern="1200" dirty="0"/>
        </a:p>
      </dsp:txBody>
      <dsp:txXfrm>
        <a:off x="0" y="2186901"/>
        <a:ext cx="7036718" cy="26082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49D1EC-B7B1-4AA0-A228-D467A5C8B048}">
      <dsp:nvSpPr>
        <dsp:cNvPr id="0" name=""/>
        <dsp:cNvSpPr/>
      </dsp:nvSpPr>
      <dsp:spPr>
        <a:xfrm>
          <a:off x="0" y="112770"/>
          <a:ext cx="6496050" cy="14320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600" kern="1200" dirty="0"/>
            <a:t>Display raw/processed data</a:t>
          </a:r>
          <a:endParaRPr lang="en-US" sz="3600" kern="1200" dirty="0"/>
        </a:p>
      </dsp:txBody>
      <dsp:txXfrm>
        <a:off x="69908" y="182678"/>
        <a:ext cx="6356234" cy="1292264"/>
      </dsp:txXfrm>
    </dsp:sp>
    <dsp:sp modelId="{ABA828B4-1556-4D67-912D-DADEDFF0C18C}">
      <dsp:nvSpPr>
        <dsp:cNvPr id="0" name=""/>
        <dsp:cNvSpPr/>
      </dsp:nvSpPr>
      <dsp:spPr>
        <a:xfrm>
          <a:off x="0" y="1648530"/>
          <a:ext cx="6496050" cy="1432080"/>
        </a:xfrm>
        <a:prstGeom prst="roundRect">
          <a:avLst/>
        </a:prstGeom>
        <a:gradFill rotWithShape="0">
          <a:gsLst>
            <a:gs pos="0">
              <a:schemeClr val="accent2">
                <a:hueOff val="1354814"/>
                <a:satOff val="-6632"/>
                <a:lumOff val="3725"/>
                <a:alphaOff val="0"/>
                <a:tint val="98000"/>
                <a:lumMod val="114000"/>
              </a:schemeClr>
            </a:gs>
            <a:gs pos="100000">
              <a:schemeClr val="accent2">
                <a:hueOff val="1354814"/>
                <a:satOff val="-6632"/>
                <a:lumOff val="3725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600" kern="1200" dirty="0"/>
            <a:t>Example of Tasks Include:</a:t>
          </a:r>
          <a:endParaRPr lang="en-US" sz="3600" kern="1200" dirty="0"/>
        </a:p>
      </dsp:txBody>
      <dsp:txXfrm>
        <a:off x="69908" y="1718438"/>
        <a:ext cx="6356234" cy="1292264"/>
      </dsp:txXfrm>
    </dsp:sp>
    <dsp:sp modelId="{6D1E4511-DE89-469E-A81D-DBEF51E32B6C}">
      <dsp:nvSpPr>
        <dsp:cNvPr id="0" name=""/>
        <dsp:cNvSpPr/>
      </dsp:nvSpPr>
      <dsp:spPr>
        <a:xfrm>
          <a:off x="0" y="3080609"/>
          <a:ext cx="6496050" cy="1378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50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E" sz="2800" kern="1200" dirty="0"/>
            <a:t>Retrieve data from the database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/>
            <a:t>Show them in a nice format e.g. table, chart</a:t>
          </a:r>
        </a:p>
      </dsp:txBody>
      <dsp:txXfrm>
        <a:off x="0" y="3080609"/>
        <a:ext cx="6496050" cy="13786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49D1EC-B7B1-4AA0-A228-D467A5C8B048}">
      <dsp:nvSpPr>
        <dsp:cNvPr id="0" name=""/>
        <dsp:cNvSpPr/>
      </dsp:nvSpPr>
      <dsp:spPr>
        <a:xfrm>
          <a:off x="0" y="71864"/>
          <a:ext cx="6496050" cy="13127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300" kern="1200" dirty="0"/>
            <a:t>This is the intelligent part of the project. </a:t>
          </a:r>
          <a:endParaRPr lang="en-US" sz="3300" kern="1200" dirty="0"/>
        </a:p>
      </dsp:txBody>
      <dsp:txXfrm>
        <a:off x="64083" y="135947"/>
        <a:ext cx="6367884" cy="1184574"/>
      </dsp:txXfrm>
    </dsp:sp>
    <dsp:sp modelId="{ABA828B4-1556-4D67-912D-DADEDFF0C18C}">
      <dsp:nvSpPr>
        <dsp:cNvPr id="0" name=""/>
        <dsp:cNvSpPr/>
      </dsp:nvSpPr>
      <dsp:spPr>
        <a:xfrm>
          <a:off x="0" y="1479644"/>
          <a:ext cx="6496050" cy="1312740"/>
        </a:xfrm>
        <a:prstGeom prst="roundRect">
          <a:avLst/>
        </a:prstGeom>
        <a:gradFill rotWithShape="0">
          <a:gsLst>
            <a:gs pos="0">
              <a:schemeClr val="accent2">
                <a:hueOff val="1354814"/>
                <a:satOff val="-6632"/>
                <a:lumOff val="3725"/>
                <a:alphaOff val="0"/>
                <a:tint val="98000"/>
                <a:lumMod val="114000"/>
              </a:schemeClr>
            </a:gs>
            <a:gs pos="100000">
              <a:schemeClr val="accent2">
                <a:hueOff val="1354814"/>
                <a:satOff val="-6632"/>
                <a:lumOff val="3725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300" kern="1200" dirty="0"/>
            <a:t>Example of Tasks Include:</a:t>
          </a:r>
          <a:endParaRPr lang="en-US" sz="3300" kern="1200" dirty="0"/>
        </a:p>
      </dsp:txBody>
      <dsp:txXfrm>
        <a:off x="64083" y="1543727"/>
        <a:ext cx="6367884" cy="1184574"/>
      </dsp:txXfrm>
    </dsp:sp>
    <dsp:sp modelId="{6D1E4511-DE89-469E-A81D-DBEF51E32B6C}">
      <dsp:nvSpPr>
        <dsp:cNvPr id="0" name=""/>
        <dsp:cNvSpPr/>
      </dsp:nvSpPr>
      <dsp:spPr>
        <a:xfrm>
          <a:off x="0" y="2792385"/>
          <a:ext cx="6496050" cy="1707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50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E" sz="2600" kern="1200" dirty="0"/>
            <a:t>Apply machine learning techniques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E" sz="2600" kern="1200" dirty="0"/>
            <a:t>communicate with LLM to produce intelligent results.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600" kern="1200" dirty="0"/>
        </a:p>
      </dsp:txBody>
      <dsp:txXfrm>
        <a:off x="0" y="2792385"/>
        <a:ext cx="6496050" cy="17077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90302B-00C9-4D3F-80D6-B389BB661516}">
      <dsp:nvSpPr>
        <dsp:cNvPr id="0" name=""/>
        <dsp:cNvSpPr/>
      </dsp:nvSpPr>
      <dsp:spPr>
        <a:xfrm>
          <a:off x="1096" y="515875"/>
          <a:ext cx="2338664" cy="140319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000" b="0" i="0" kern="1200" dirty="0"/>
            <a:t>Because we need to be Agile!</a:t>
          </a:r>
          <a:endParaRPr lang="en-US" sz="2000" kern="1200" dirty="0"/>
        </a:p>
      </dsp:txBody>
      <dsp:txXfrm>
        <a:off x="42194" y="556973"/>
        <a:ext cx="2256468" cy="1321002"/>
      </dsp:txXfrm>
    </dsp:sp>
    <dsp:sp modelId="{411F3761-3C33-479E-B0FB-7557321B4DA1}">
      <dsp:nvSpPr>
        <dsp:cNvPr id="0" name=""/>
        <dsp:cNvSpPr/>
      </dsp:nvSpPr>
      <dsp:spPr>
        <a:xfrm>
          <a:off x="2545563" y="927480"/>
          <a:ext cx="495796" cy="5799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2545563" y="1043478"/>
        <a:ext cx="347057" cy="347992"/>
      </dsp:txXfrm>
    </dsp:sp>
    <dsp:sp modelId="{90009C71-9604-4AEA-A836-F4726A74CBD4}">
      <dsp:nvSpPr>
        <dsp:cNvPr id="0" name=""/>
        <dsp:cNvSpPr/>
      </dsp:nvSpPr>
      <dsp:spPr>
        <a:xfrm>
          <a:off x="3275226" y="515875"/>
          <a:ext cx="2338664" cy="1403198"/>
        </a:xfrm>
        <a:prstGeom prst="roundRect">
          <a:avLst>
            <a:gd name="adj" fmla="val 10000"/>
          </a:avLst>
        </a:prstGeom>
        <a:solidFill>
          <a:schemeClr val="accent5">
            <a:hueOff val="3118619"/>
            <a:satOff val="-2006"/>
            <a:lumOff val="137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000" b="0" i="0" kern="1200"/>
            <a:t>Part of real-life situation, never a project is well or fully defined</a:t>
          </a:r>
          <a:endParaRPr lang="en-US" sz="2000" kern="1200"/>
        </a:p>
      </dsp:txBody>
      <dsp:txXfrm>
        <a:off x="3316324" y="556973"/>
        <a:ext cx="2256468" cy="1321002"/>
      </dsp:txXfrm>
    </dsp:sp>
    <dsp:sp modelId="{A15DAFC7-4101-44B7-AF0E-C968EEE36F81}">
      <dsp:nvSpPr>
        <dsp:cNvPr id="0" name=""/>
        <dsp:cNvSpPr/>
      </dsp:nvSpPr>
      <dsp:spPr>
        <a:xfrm rot="5400000">
          <a:off x="4196659" y="2082780"/>
          <a:ext cx="495796" cy="5799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4270562" y="2124876"/>
        <a:ext cx="347992" cy="347057"/>
      </dsp:txXfrm>
    </dsp:sp>
    <dsp:sp modelId="{CD796EE0-A307-4BD8-9679-189D3705F91E}">
      <dsp:nvSpPr>
        <dsp:cNvPr id="0" name=""/>
        <dsp:cNvSpPr/>
      </dsp:nvSpPr>
      <dsp:spPr>
        <a:xfrm>
          <a:off x="3275226" y="2854539"/>
          <a:ext cx="2338664" cy="1403198"/>
        </a:xfrm>
        <a:prstGeom prst="roundRect">
          <a:avLst>
            <a:gd name="adj" fmla="val 10000"/>
          </a:avLst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000" b="0" i="0" kern="1200"/>
            <a:t>And it is fun!</a:t>
          </a:r>
          <a:endParaRPr lang="en-US" sz="2000" kern="1200"/>
        </a:p>
      </dsp:txBody>
      <dsp:txXfrm>
        <a:off x="3316324" y="2895637"/>
        <a:ext cx="2256468" cy="13210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86DAC-6CD4-4953-AFC3-9CD415C8DD73}">
      <dsp:nvSpPr>
        <dsp:cNvPr id="0" name=""/>
        <dsp:cNvSpPr/>
      </dsp:nvSpPr>
      <dsp:spPr>
        <a:xfrm>
          <a:off x="550892" y="394754"/>
          <a:ext cx="1444760" cy="144476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B946ED-6A5A-41FB-8CA1-4E3AAD892D3F}">
      <dsp:nvSpPr>
        <dsp:cNvPr id="0" name=""/>
        <dsp:cNvSpPr/>
      </dsp:nvSpPr>
      <dsp:spPr>
        <a:xfrm>
          <a:off x="858792" y="702654"/>
          <a:ext cx="828961" cy="8289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1F9051-AAC3-4EA0-B97E-81715C00139B}">
      <dsp:nvSpPr>
        <dsp:cNvPr id="0" name=""/>
        <dsp:cNvSpPr/>
      </dsp:nvSpPr>
      <dsp:spPr>
        <a:xfrm>
          <a:off x="89042" y="2289522"/>
          <a:ext cx="23684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E" sz="1700" kern="1200"/>
            <a:t>Project Management software</a:t>
          </a:r>
          <a:endParaRPr lang="en-US" sz="1700" kern="1200"/>
        </a:p>
      </dsp:txBody>
      <dsp:txXfrm>
        <a:off x="89042" y="2289522"/>
        <a:ext cx="2368460" cy="720000"/>
      </dsp:txXfrm>
    </dsp:sp>
    <dsp:sp modelId="{A49E1991-4594-4DDF-9558-41B5BC46245D}">
      <dsp:nvSpPr>
        <dsp:cNvPr id="0" name=""/>
        <dsp:cNvSpPr/>
      </dsp:nvSpPr>
      <dsp:spPr>
        <a:xfrm>
          <a:off x="3333833" y="394754"/>
          <a:ext cx="1444760" cy="14447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AF84F3-0762-4245-A36B-01F35AF82AF0}">
      <dsp:nvSpPr>
        <dsp:cNvPr id="0" name=""/>
        <dsp:cNvSpPr/>
      </dsp:nvSpPr>
      <dsp:spPr>
        <a:xfrm>
          <a:off x="3641733" y="702654"/>
          <a:ext cx="828961" cy="8289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3D80E8-E83C-4A7B-B6D7-D490CD933CE9}">
      <dsp:nvSpPr>
        <dsp:cNvPr id="0" name=""/>
        <dsp:cNvSpPr/>
      </dsp:nvSpPr>
      <dsp:spPr>
        <a:xfrm>
          <a:off x="2871984" y="2289522"/>
          <a:ext cx="23684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E" sz="1700" kern="1200"/>
            <a:t>Code Repository &amp; DevOps</a:t>
          </a:r>
          <a:endParaRPr lang="en-US" sz="1700" kern="1200"/>
        </a:p>
      </dsp:txBody>
      <dsp:txXfrm>
        <a:off x="2871984" y="2289522"/>
        <a:ext cx="2368460" cy="720000"/>
      </dsp:txXfrm>
    </dsp:sp>
    <dsp:sp modelId="{6FA8CCA9-9ACB-4C84-A5D5-A5F4CC671746}">
      <dsp:nvSpPr>
        <dsp:cNvPr id="0" name=""/>
        <dsp:cNvSpPr/>
      </dsp:nvSpPr>
      <dsp:spPr>
        <a:xfrm>
          <a:off x="6116775" y="394754"/>
          <a:ext cx="1444760" cy="144476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945421-D05B-4744-A122-BED3CA5A41CC}">
      <dsp:nvSpPr>
        <dsp:cNvPr id="0" name=""/>
        <dsp:cNvSpPr/>
      </dsp:nvSpPr>
      <dsp:spPr>
        <a:xfrm>
          <a:off x="6424675" y="702654"/>
          <a:ext cx="828961" cy="8289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2A18EA-F759-44FD-B1BD-E53D202B8E42}">
      <dsp:nvSpPr>
        <dsp:cNvPr id="0" name=""/>
        <dsp:cNvSpPr/>
      </dsp:nvSpPr>
      <dsp:spPr>
        <a:xfrm>
          <a:off x="5654925" y="2289522"/>
          <a:ext cx="23684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/>
            <a:t>Software Development</a:t>
          </a:r>
          <a:endParaRPr lang="en-US" sz="1700" kern="1200"/>
        </a:p>
      </dsp:txBody>
      <dsp:txXfrm>
        <a:off x="5654925" y="2289522"/>
        <a:ext cx="2368460" cy="720000"/>
      </dsp:txXfrm>
    </dsp:sp>
    <dsp:sp modelId="{0D9A507D-9C70-4DA2-86ED-65E3E3CF3B9B}">
      <dsp:nvSpPr>
        <dsp:cNvPr id="0" name=""/>
        <dsp:cNvSpPr/>
      </dsp:nvSpPr>
      <dsp:spPr>
        <a:xfrm>
          <a:off x="8899716" y="394754"/>
          <a:ext cx="1444760" cy="144476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32BE58-148F-428B-ABE0-D2025D1D2122}">
      <dsp:nvSpPr>
        <dsp:cNvPr id="0" name=""/>
        <dsp:cNvSpPr/>
      </dsp:nvSpPr>
      <dsp:spPr>
        <a:xfrm>
          <a:off x="9207616" y="702654"/>
          <a:ext cx="828961" cy="8289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3E4861-EF97-497B-8A30-20200676DB10}">
      <dsp:nvSpPr>
        <dsp:cNvPr id="0" name=""/>
        <dsp:cNvSpPr/>
      </dsp:nvSpPr>
      <dsp:spPr>
        <a:xfrm>
          <a:off x="8437866" y="2289522"/>
          <a:ext cx="23684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E" sz="1700" kern="1200"/>
            <a:t>Hosting of project</a:t>
          </a:r>
          <a:endParaRPr lang="en-US" sz="1700" kern="1200"/>
        </a:p>
      </dsp:txBody>
      <dsp:txXfrm>
        <a:off x="8437866" y="2289522"/>
        <a:ext cx="236846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D3171C-EDF9-4408-BC18-BF077770BB28}">
      <dsp:nvSpPr>
        <dsp:cNvPr id="0" name=""/>
        <dsp:cNvSpPr/>
      </dsp:nvSpPr>
      <dsp:spPr>
        <a:xfrm>
          <a:off x="1066576" y="270143"/>
          <a:ext cx="1135842" cy="11358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D00715-49AE-48AC-8FEE-F8AEA8AD76DE}">
      <dsp:nvSpPr>
        <dsp:cNvPr id="0" name=""/>
        <dsp:cNvSpPr/>
      </dsp:nvSpPr>
      <dsp:spPr>
        <a:xfrm>
          <a:off x="11865" y="1529137"/>
          <a:ext cx="3245265" cy="486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E" sz="1700" b="0" i="0" kern="1200"/>
            <a:t>Back-end Technologies for Programming</a:t>
          </a:r>
          <a:endParaRPr lang="en-US" sz="1700" kern="1200"/>
        </a:p>
      </dsp:txBody>
      <dsp:txXfrm>
        <a:off x="11865" y="1529137"/>
        <a:ext cx="3245265" cy="486789"/>
      </dsp:txXfrm>
    </dsp:sp>
    <dsp:sp modelId="{F1D776AD-0096-48EB-8FA9-2CE8642C7197}">
      <dsp:nvSpPr>
        <dsp:cNvPr id="0" name=""/>
        <dsp:cNvSpPr/>
      </dsp:nvSpPr>
      <dsp:spPr>
        <a:xfrm>
          <a:off x="11865" y="2073207"/>
          <a:ext cx="3245265" cy="1060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300" b="0" i="0" kern="1200"/>
            <a:t>Python, node.js Java</a:t>
          </a:r>
          <a:endParaRPr lang="en-US" sz="1300" kern="1200"/>
        </a:p>
      </dsp:txBody>
      <dsp:txXfrm>
        <a:off x="11865" y="2073207"/>
        <a:ext cx="3245265" cy="1060926"/>
      </dsp:txXfrm>
    </dsp:sp>
    <dsp:sp modelId="{DCB8ABA9-9E83-4505-AC9E-19CECC82DA61}">
      <dsp:nvSpPr>
        <dsp:cNvPr id="0" name=""/>
        <dsp:cNvSpPr/>
      </dsp:nvSpPr>
      <dsp:spPr>
        <a:xfrm>
          <a:off x="4879763" y="270143"/>
          <a:ext cx="1135842" cy="11358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F4B3D8-3F2C-406C-A6BB-E3984E650D4B}">
      <dsp:nvSpPr>
        <dsp:cNvPr id="0" name=""/>
        <dsp:cNvSpPr/>
      </dsp:nvSpPr>
      <dsp:spPr>
        <a:xfrm>
          <a:off x="3825052" y="1529137"/>
          <a:ext cx="3245265" cy="486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E" sz="1700" b="0" i="0" kern="1200"/>
            <a:t>Front-End Technologies for Interface</a:t>
          </a:r>
          <a:endParaRPr lang="en-US" sz="1700" kern="1200"/>
        </a:p>
      </dsp:txBody>
      <dsp:txXfrm>
        <a:off x="3825052" y="1529137"/>
        <a:ext cx="3245265" cy="486789"/>
      </dsp:txXfrm>
    </dsp:sp>
    <dsp:sp modelId="{23460A2C-66E7-40E9-A34F-FA611BC697E3}">
      <dsp:nvSpPr>
        <dsp:cNvPr id="0" name=""/>
        <dsp:cNvSpPr/>
      </dsp:nvSpPr>
      <dsp:spPr>
        <a:xfrm>
          <a:off x="3825052" y="2073207"/>
          <a:ext cx="3245265" cy="1060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300" b="0" i="0" kern="1200"/>
            <a:t>Javascript frameworks: ReactJS, VueJS, AngularJS</a:t>
          </a:r>
          <a:endParaRPr lang="en-US" sz="1300" kern="120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300" b="0" i="0" kern="1200"/>
            <a:t>HTML, CSS</a:t>
          </a:r>
          <a:endParaRPr lang="en-US" sz="1300" kern="120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300" b="0" i="0" kern="1200"/>
            <a:t>Integration Framework: Xamarin, ReactNative</a:t>
          </a:r>
          <a:endParaRPr lang="en-US" sz="1300" kern="1200"/>
        </a:p>
      </dsp:txBody>
      <dsp:txXfrm>
        <a:off x="3825052" y="2073207"/>
        <a:ext cx="3245265" cy="1060926"/>
      </dsp:txXfrm>
    </dsp:sp>
    <dsp:sp modelId="{A4CAE9E9-6651-44A5-8754-9DAD77A05153}">
      <dsp:nvSpPr>
        <dsp:cNvPr id="0" name=""/>
        <dsp:cNvSpPr/>
      </dsp:nvSpPr>
      <dsp:spPr>
        <a:xfrm>
          <a:off x="8692950" y="270143"/>
          <a:ext cx="1135842" cy="113584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ADD9B3-32AE-4919-B1C7-FCF90FA0BCCD}">
      <dsp:nvSpPr>
        <dsp:cNvPr id="0" name=""/>
        <dsp:cNvSpPr/>
      </dsp:nvSpPr>
      <dsp:spPr>
        <a:xfrm>
          <a:off x="7638239" y="1529137"/>
          <a:ext cx="3245265" cy="486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E" sz="1700" b="0" i="0" kern="1200"/>
            <a:t>Data storage</a:t>
          </a:r>
          <a:endParaRPr lang="en-US" sz="1700" kern="1200"/>
        </a:p>
      </dsp:txBody>
      <dsp:txXfrm>
        <a:off x="7638239" y="1529137"/>
        <a:ext cx="3245265" cy="486789"/>
      </dsp:txXfrm>
    </dsp:sp>
    <dsp:sp modelId="{55B15FD7-7B7C-4106-A2EE-1D17E48A57CE}">
      <dsp:nvSpPr>
        <dsp:cNvPr id="0" name=""/>
        <dsp:cNvSpPr/>
      </dsp:nvSpPr>
      <dsp:spPr>
        <a:xfrm>
          <a:off x="7638239" y="2073207"/>
          <a:ext cx="3245265" cy="1060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300" b="0" i="0" kern="1200"/>
            <a:t>Relational (MySQL)</a:t>
          </a:r>
          <a:endParaRPr lang="en-US" sz="1300" kern="120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300" b="0" i="0" kern="1200"/>
            <a:t>NoSQL (MongoDB, Firebase)</a:t>
          </a:r>
          <a:endParaRPr lang="en-US" sz="1300" kern="120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300" b="0" i="0" kern="1200"/>
            <a:t>Text files</a:t>
          </a:r>
          <a:endParaRPr lang="en-US" sz="1300" kern="1200"/>
        </a:p>
      </dsp:txBody>
      <dsp:txXfrm>
        <a:off x="7638239" y="2073207"/>
        <a:ext cx="3245265" cy="106092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C3AA70-DF3C-4AE3-8AFF-7E01B3EAF95E}">
      <dsp:nvSpPr>
        <dsp:cNvPr id="0" name=""/>
        <dsp:cNvSpPr/>
      </dsp:nvSpPr>
      <dsp:spPr>
        <a:xfrm>
          <a:off x="0" y="0"/>
          <a:ext cx="3404803" cy="340427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452" tIns="330200" rIns="265452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300" b="0" i="0" kern="1200"/>
            <a:t>Form a group and commit to it!</a:t>
          </a:r>
          <a:endParaRPr lang="en-US" sz="2300" kern="1200"/>
        </a:p>
      </dsp:txBody>
      <dsp:txXfrm>
        <a:off x="0" y="1293625"/>
        <a:ext cx="3404803" cy="2042566"/>
      </dsp:txXfrm>
    </dsp:sp>
    <dsp:sp modelId="{3D52058A-E0B6-46FA-AC49-399B32FC49CA}">
      <dsp:nvSpPr>
        <dsp:cNvPr id="0" name=""/>
        <dsp:cNvSpPr/>
      </dsp:nvSpPr>
      <dsp:spPr>
        <a:xfrm>
          <a:off x="1191760" y="340427"/>
          <a:ext cx="1021283" cy="10212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623" tIns="12700" rIns="7962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341323" y="489990"/>
        <a:ext cx="722157" cy="722157"/>
      </dsp:txXfrm>
    </dsp:sp>
    <dsp:sp modelId="{4170113C-7B2A-4984-A9EF-1C060B446F62}">
      <dsp:nvSpPr>
        <dsp:cNvPr id="0" name=""/>
        <dsp:cNvSpPr/>
      </dsp:nvSpPr>
      <dsp:spPr>
        <a:xfrm>
          <a:off x="0" y="3404205"/>
          <a:ext cx="3404803" cy="72"/>
        </a:xfrm>
        <a:prstGeom prst="rect">
          <a:avLst/>
        </a:prstGeom>
        <a:solidFill>
          <a:schemeClr val="accent2">
            <a:hueOff val="270963"/>
            <a:satOff val="-1326"/>
            <a:lumOff val="745"/>
            <a:alphaOff val="0"/>
          </a:schemeClr>
        </a:solidFill>
        <a:ln w="19050" cap="rnd" cmpd="sng" algn="ctr">
          <a:solidFill>
            <a:schemeClr val="accent2">
              <a:hueOff val="270963"/>
              <a:satOff val="-1326"/>
              <a:lumOff val="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D2E21E-9854-4300-8ACE-6C4E218AF081}">
      <dsp:nvSpPr>
        <dsp:cNvPr id="0" name=""/>
        <dsp:cNvSpPr/>
      </dsp:nvSpPr>
      <dsp:spPr>
        <a:xfrm>
          <a:off x="3745283" y="0"/>
          <a:ext cx="3404803" cy="3404277"/>
        </a:xfrm>
        <a:prstGeom prst="rect">
          <a:avLst/>
        </a:prstGeom>
        <a:solidFill>
          <a:schemeClr val="accent2">
            <a:tint val="40000"/>
            <a:alpha val="90000"/>
            <a:hueOff val="814885"/>
            <a:satOff val="-2356"/>
            <a:lumOff val="-5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814885"/>
              <a:satOff val="-2356"/>
              <a:lumOff val="-5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452" tIns="330200" rIns="265452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300" b="0" i="0" kern="1200"/>
            <a:t>Start discussing the project</a:t>
          </a:r>
          <a:endParaRPr lang="en-US" sz="23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1800" b="0" i="0" kern="1200"/>
            <a:t>The idea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1800" b="0" i="0" kern="1200"/>
            <a:t>The technologies to use</a:t>
          </a:r>
          <a:endParaRPr lang="en-US" sz="1800" kern="1200"/>
        </a:p>
      </dsp:txBody>
      <dsp:txXfrm>
        <a:off x="3745283" y="1293625"/>
        <a:ext cx="3404803" cy="2042566"/>
      </dsp:txXfrm>
    </dsp:sp>
    <dsp:sp modelId="{1DEAEE8E-E8B3-4D9A-BDD4-91E4B431E500}">
      <dsp:nvSpPr>
        <dsp:cNvPr id="0" name=""/>
        <dsp:cNvSpPr/>
      </dsp:nvSpPr>
      <dsp:spPr>
        <a:xfrm>
          <a:off x="4937043" y="340427"/>
          <a:ext cx="1021283" cy="1021283"/>
        </a:xfrm>
        <a:prstGeom prst="ellipse">
          <a:avLst/>
        </a:prstGeom>
        <a:solidFill>
          <a:schemeClr val="accent2">
            <a:hueOff val="541926"/>
            <a:satOff val="-2653"/>
            <a:lumOff val="1490"/>
            <a:alphaOff val="0"/>
          </a:schemeClr>
        </a:solidFill>
        <a:ln w="19050" cap="rnd" cmpd="sng" algn="ctr">
          <a:solidFill>
            <a:schemeClr val="accent2">
              <a:hueOff val="541926"/>
              <a:satOff val="-2653"/>
              <a:lumOff val="14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623" tIns="12700" rIns="7962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5086606" y="489990"/>
        <a:ext cx="722157" cy="722157"/>
      </dsp:txXfrm>
    </dsp:sp>
    <dsp:sp modelId="{D85B6BFA-16C4-4E74-9447-1D36C4BED31E}">
      <dsp:nvSpPr>
        <dsp:cNvPr id="0" name=""/>
        <dsp:cNvSpPr/>
      </dsp:nvSpPr>
      <dsp:spPr>
        <a:xfrm>
          <a:off x="3745283" y="3404205"/>
          <a:ext cx="3404803" cy="72"/>
        </a:xfrm>
        <a:prstGeom prst="rect">
          <a:avLst/>
        </a:prstGeom>
        <a:solidFill>
          <a:schemeClr val="accent2">
            <a:hueOff val="812888"/>
            <a:satOff val="-3979"/>
            <a:lumOff val="2235"/>
            <a:alphaOff val="0"/>
          </a:schemeClr>
        </a:solidFill>
        <a:ln w="19050" cap="rnd" cmpd="sng" algn="ctr">
          <a:solidFill>
            <a:schemeClr val="accent2">
              <a:hueOff val="812888"/>
              <a:satOff val="-3979"/>
              <a:lumOff val="22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6A47A2-0094-42D3-973A-462A82D19A45}">
      <dsp:nvSpPr>
        <dsp:cNvPr id="0" name=""/>
        <dsp:cNvSpPr/>
      </dsp:nvSpPr>
      <dsp:spPr>
        <a:xfrm>
          <a:off x="7490566" y="0"/>
          <a:ext cx="3404803" cy="3404277"/>
        </a:xfrm>
        <a:prstGeom prst="rect">
          <a:avLst/>
        </a:prstGeom>
        <a:solidFill>
          <a:schemeClr val="accent2">
            <a:tint val="40000"/>
            <a:alpha val="90000"/>
            <a:hueOff val="1629769"/>
            <a:satOff val="-4713"/>
            <a:lumOff val="-10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1629769"/>
              <a:satOff val="-4713"/>
              <a:lumOff val="-10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452" tIns="330200" rIns="265452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300" b="0" i="0" kern="1200"/>
            <a:t>Decide it is feasible</a:t>
          </a:r>
          <a:endParaRPr lang="en-US" sz="23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1800" b="0" i="0" kern="1200"/>
            <a:t>Have the skills or can learn them?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1800" b="0" i="0" kern="1200"/>
            <a:t>Is it too much?</a:t>
          </a:r>
          <a:endParaRPr lang="en-US" sz="1800" kern="1200"/>
        </a:p>
      </dsp:txBody>
      <dsp:txXfrm>
        <a:off x="7490566" y="1293625"/>
        <a:ext cx="3404803" cy="2042566"/>
      </dsp:txXfrm>
    </dsp:sp>
    <dsp:sp modelId="{CF0EC1D3-92BC-4F5B-907E-5AC951260C76}">
      <dsp:nvSpPr>
        <dsp:cNvPr id="0" name=""/>
        <dsp:cNvSpPr/>
      </dsp:nvSpPr>
      <dsp:spPr>
        <a:xfrm>
          <a:off x="8682326" y="340427"/>
          <a:ext cx="1021283" cy="1021283"/>
        </a:xfrm>
        <a:prstGeom prst="ellipse">
          <a:avLst/>
        </a:prstGeom>
        <a:solidFill>
          <a:schemeClr val="accent2">
            <a:hueOff val="1083851"/>
            <a:satOff val="-5306"/>
            <a:lumOff val="2980"/>
            <a:alphaOff val="0"/>
          </a:schemeClr>
        </a:solidFill>
        <a:ln w="19050" cap="rnd" cmpd="sng" algn="ctr">
          <a:solidFill>
            <a:schemeClr val="accent2">
              <a:hueOff val="1083851"/>
              <a:satOff val="-5306"/>
              <a:lumOff val="298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623" tIns="12700" rIns="7962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831889" y="489990"/>
        <a:ext cx="722157" cy="722157"/>
      </dsp:txXfrm>
    </dsp:sp>
    <dsp:sp modelId="{D33017DC-6728-4CF1-87A9-6149FF7D7D7D}">
      <dsp:nvSpPr>
        <dsp:cNvPr id="0" name=""/>
        <dsp:cNvSpPr/>
      </dsp:nvSpPr>
      <dsp:spPr>
        <a:xfrm>
          <a:off x="7490566" y="3404205"/>
          <a:ext cx="3404803" cy="72"/>
        </a:xfrm>
        <a:prstGeom prst="rect">
          <a:avLst/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accent2">
              <a:hueOff val="1354814"/>
              <a:satOff val="-6632"/>
              <a:lumOff val="37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604D19-52B2-411D-94F1-C7B2190107A3}">
      <dsp:nvSpPr>
        <dsp:cNvPr id="0" name=""/>
        <dsp:cNvSpPr/>
      </dsp:nvSpPr>
      <dsp:spPr>
        <a:xfrm>
          <a:off x="0" y="2442401"/>
          <a:ext cx="9404352" cy="160247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000" b="0" i="0" kern="1200"/>
            <a:t>Submit the project idea</a:t>
          </a:r>
          <a:endParaRPr lang="en-US" sz="3000" kern="1200"/>
        </a:p>
      </dsp:txBody>
      <dsp:txXfrm>
        <a:off x="0" y="2442401"/>
        <a:ext cx="9404352" cy="1602479"/>
      </dsp:txXfrm>
    </dsp:sp>
    <dsp:sp modelId="{102EE684-0463-45E2-8381-0F9ACB69C00F}">
      <dsp:nvSpPr>
        <dsp:cNvPr id="0" name=""/>
        <dsp:cNvSpPr/>
      </dsp:nvSpPr>
      <dsp:spPr>
        <a:xfrm rot="10800000">
          <a:off x="0" y="1824"/>
          <a:ext cx="9404352" cy="2464613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000" b="0" i="0" kern="1200"/>
            <a:t>Create a summary of the project that includes</a:t>
          </a:r>
          <a:endParaRPr lang="en-US" sz="3000" kern="1200"/>
        </a:p>
      </dsp:txBody>
      <dsp:txXfrm rot="-10800000">
        <a:off x="0" y="1824"/>
        <a:ext cx="9404352" cy="865079"/>
      </dsp:txXfrm>
    </dsp:sp>
    <dsp:sp modelId="{C0DFA59D-532F-4290-922F-E8874895F8B0}">
      <dsp:nvSpPr>
        <dsp:cNvPr id="0" name=""/>
        <dsp:cNvSpPr/>
      </dsp:nvSpPr>
      <dsp:spPr>
        <a:xfrm>
          <a:off x="4591" y="866904"/>
          <a:ext cx="3131722" cy="73691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b="0" i="0" kern="1200" dirty="0"/>
            <a:t>Description of the area (e.g. news, weather, student marks)</a:t>
          </a:r>
          <a:endParaRPr lang="en-US" sz="1600" kern="1200" dirty="0"/>
        </a:p>
      </dsp:txBody>
      <dsp:txXfrm>
        <a:off x="4591" y="866904"/>
        <a:ext cx="3131722" cy="736919"/>
      </dsp:txXfrm>
    </dsp:sp>
    <dsp:sp modelId="{19A06900-CCB2-459F-8684-190ADF04718A}">
      <dsp:nvSpPr>
        <dsp:cNvPr id="0" name=""/>
        <dsp:cNvSpPr/>
      </dsp:nvSpPr>
      <dsp:spPr>
        <a:xfrm>
          <a:off x="3136314" y="866904"/>
          <a:ext cx="3131722" cy="73691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b="0" i="0" kern="1200"/>
            <a:t>What you want to do</a:t>
          </a:r>
          <a:endParaRPr lang="en-US" sz="1600" kern="1200"/>
        </a:p>
      </dsp:txBody>
      <dsp:txXfrm>
        <a:off x="3136314" y="866904"/>
        <a:ext cx="3131722" cy="736919"/>
      </dsp:txXfrm>
    </dsp:sp>
    <dsp:sp modelId="{C117577A-C365-42A0-A9B8-89AE62210446}">
      <dsp:nvSpPr>
        <dsp:cNvPr id="0" name=""/>
        <dsp:cNvSpPr/>
      </dsp:nvSpPr>
      <dsp:spPr>
        <a:xfrm>
          <a:off x="6268037" y="866904"/>
          <a:ext cx="3131722" cy="73691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b="0" i="0" kern="1200" dirty="0"/>
            <a:t>Why what you are doing is important</a:t>
          </a:r>
          <a:endParaRPr lang="en-US" sz="1600" kern="1200" dirty="0"/>
        </a:p>
      </dsp:txBody>
      <dsp:txXfrm>
        <a:off x="6268037" y="866904"/>
        <a:ext cx="3131722" cy="7369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1F8F-4A1D-42A6-A34A-E6450CA818C9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99B2-BE66-42E4-B283-774D735BE6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65615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1F8F-4A1D-42A6-A34A-E6450CA818C9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99B2-BE66-42E4-B283-774D735BE6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38869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1F8F-4A1D-42A6-A34A-E6450CA818C9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99B2-BE66-42E4-B283-774D735BE6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79857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1F8F-4A1D-42A6-A34A-E6450CA818C9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99B2-BE66-42E4-B283-774D735BE6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91557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1F8F-4A1D-42A6-A34A-E6450CA818C9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99B2-BE66-42E4-B283-774D735BE6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77196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1F8F-4A1D-42A6-A34A-E6450CA818C9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99B2-BE66-42E4-B283-774D735BE6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91890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1F8F-4A1D-42A6-A34A-E6450CA818C9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99B2-BE66-42E4-B283-774D735BE6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19018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1F8F-4A1D-42A6-A34A-E6450CA818C9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99B2-BE66-42E4-B283-774D735BE6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87449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1F8F-4A1D-42A6-A34A-E6450CA818C9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99B2-BE66-42E4-B283-774D735BE6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19667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1F8F-4A1D-42A6-A34A-E6450CA818C9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99B2-BE66-42E4-B283-774D735BE6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49836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1F8F-4A1D-42A6-A34A-E6450CA818C9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99B2-BE66-42E4-B283-774D735BE6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2531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1F8F-4A1D-42A6-A34A-E6450CA818C9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99B2-BE66-42E4-B283-774D735BE66E}" type="slidenum">
              <a:rPr lang="en-IE" smtClean="0"/>
              <a:t>‹#›</a:t>
            </a:fld>
            <a:endParaRPr lang="en-IE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7900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1F8F-4A1D-42A6-A34A-E6450CA818C9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99B2-BE66-42E4-B283-774D735BE6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332283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1F8F-4A1D-42A6-A34A-E6450CA818C9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99B2-BE66-42E4-B283-774D735BE6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142846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1F8F-4A1D-42A6-A34A-E6450CA818C9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99B2-BE66-42E4-B283-774D735BE6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1448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1F8F-4A1D-42A6-A34A-E6450CA818C9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99B2-BE66-42E4-B283-774D735BE6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689495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1F8F-4A1D-42A6-A34A-E6450CA818C9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99B2-BE66-42E4-B283-774D735BE6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31799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5311F8F-4A1D-42A6-A34A-E6450CA818C9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799B2-BE66-42E4-B283-774D735BE6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006345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B4C3-0047-81EF-536A-E18F71CD82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Group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5670B-D921-751A-CDAE-8DB62471A8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0728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B4CC5C-DCD3-7CA6-0A59-874E4CD41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931" y="452718"/>
            <a:ext cx="4638903" cy="1400530"/>
          </a:xfrm>
        </p:spPr>
        <p:txBody>
          <a:bodyPr>
            <a:normAutofit/>
          </a:bodyPr>
          <a:lstStyle/>
          <a:p>
            <a:r>
              <a:rPr lang="en-IE" dirty="0"/>
              <a:t>Project Synopsis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8375" y="-1573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reaching for a paper on a table full of paper and sticky notes">
            <a:extLst>
              <a:ext uri="{FF2B5EF4-FFF2-40B4-BE49-F238E27FC236}">
                <a16:creationId xmlns:a16="http://schemas.microsoft.com/office/drawing/2014/main" id="{89B294D4-9473-43A6-FC08-02079F8808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01" r="26294" b="-1"/>
          <a:stretch>
            <a:fillRect/>
          </a:stretch>
        </p:blipFill>
        <p:spPr>
          <a:xfrm>
            <a:off x="3" y="10"/>
            <a:ext cx="4973099" cy="6857991"/>
          </a:xfrm>
          <a:custGeom>
            <a:avLst/>
            <a:gdLst/>
            <a:ahLst/>
            <a:cxnLst/>
            <a:rect l="l" t="t" r="r" b="b"/>
            <a:pathLst>
              <a:path w="4973099" h="6858001">
                <a:moveTo>
                  <a:pt x="3628384" y="0"/>
                </a:moveTo>
                <a:lnTo>
                  <a:pt x="4971922" y="0"/>
                </a:lnTo>
                <a:lnTo>
                  <a:pt x="4946877" y="155677"/>
                </a:lnTo>
                <a:lnTo>
                  <a:pt x="4923008" y="310668"/>
                </a:lnTo>
                <a:lnTo>
                  <a:pt x="4899644" y="466344"/>
                </a:lnTo>
                <a:lnTo>
                  <a:pt x="4879641" y="622707"/>
                </a:lnTo>
                <a:lnTo>
                  <a:pt x="4859470" y="778383"/>
                </a:lnTo>
                <a:lnTo>
                  <a:pt x="4840644" y="934746"/>
                </a:lnTo>
                <a:lnTo>
                  <a:pt x="4824508" y="1089051"/>
                </a:lnTo>
                <a:lnTo>
                  <a:pt x="4809212" y="1245413"/>
                </a:lnTo>
                <a:lnTo>
                  <a:pt x="4795260" y="1401090"/>
                </a:lnTo>
                <a:lnTo>
                  <a:pt x="4783158" y="1554023"/>
                </a:lnTo>
                <a:lnTo>
                  <a:pt x="4771055" y="1709014"/>
                </a:lnTo>
                <a:lnTo>
                  <a:pt x="4760970" y="1861947"/>
                </a:lnTo>
                <a:lnTo>
                  <a:pt x="4753070" y="2014881"/>
                </a:lnTo>
                <a:lnTo>
                  <a:pt x="4744833" y="2167128"/>
                </a:lnTo>
                <a:lnTo>
                  <a:pt x="4737942" y="2318004"/>
                </a:lnTo>
                <a:lnTo>
                  <a:pt x="4733067" y="2467509"/>
                </a:lnTo>
                <a:lnTo>
                  <a:pt x="4728865" y="2617013"/>
                </a:lnTo>
                <a:lnTo>
                  <a:pt x="4724831" y="2765146"/>
                </a:lnTo>
                <a:lnTo>
                  <a:pt x="4722982" y="2911221"/>
                </a:lnTo>
                <a:lnTo>
                  <a:pt x="4720965" y="3057297"/>
                </a:lnTo>
                <a:lnTo>
                  <a:pt x="4719956" y="3201315"/>
                </a:lnTo>
                <a:lnTo>
                  <a:pt x="4720965" y="3343961"/>
                </a:lnTo>
                <a:lnTo>
                  <a:pt x="4720965" y="3485236"/>
                </a:lnTo>
                <a:lnTo>
                  <a:pt x="4722982" y="3625139"/>
                </a:lnTo>
                <a:lnTo>
                  <a:pt x="4726007" y="3762299"/>
                </a:lnTo>
                <a:lnTo>
                  <a:pt x="4728865" y="3898087"/>
                </a:lnTo>
                <a:lnTo>
                  <a:pt x="4732059" y="4031133"/>
                </a:lnTo>
                <a:lnTo>
                  <a:pt x="4736933" y="4163492"/>
                </a:lnTo>
                <a:lnTo>
                  <a:pt x="4742144" y="4293793"/>
                </a:lnTo>
                <a:lnTo>
                  <a:pt x="4746850" y="4421352"/>
                </a:lnTo>
                <a:lnTo>
                  <a:pt x="4760130" y="4670298"/>
                </a:lnTo>
                <a:lnTo>
                  <a:pt x="4774249" y="4908956"/>
                </a:lnTo>
                <a:lnTo>
                  <a:pt x="4789041" y="5138013"/>
                </a:lnTo>
                <a:lnTo>
                  <a:pt x="4805346" y="5354726"/>
                </a:lnTo>
                <a:lnTo>
                  <a:pt x="4822323" y="5561838"/>
                </a:lnTo>
                <a:lnTo>
                  <a:pt x="4840644" y="5753862"/>
                </a:lnTo>
                <a:lnTo>
                  <a:pt x="4858630" y="5934227"/>
                </a:lnTo>
                <a:lnTo>
                  <a:pt x="4876615" y="6100191"/>
                </a:lnTo>
                <a:lnTo>
                  <a:pt x="4893592" y="6252438"/>
                </a:lnTo>
                <a:lnTo>
                  <a:pt x="4909729" y="6387541"/>
                </a:lnTo>
                <a:lnTo>
                  <a:pt x="4925025" y="6509613"/>
                </a:lnTo>
                <a:lnTo>
                  <a:pt x="4937800" y="6612483"/>
                </a:lnTo>
                <a:lnTo>
                  <a:pt x="4949902" y="6698894"/>
                </a:lnTo>
                <a:lnTo>
                  <a:pt x="4967216" y="6817538"/>
                </a:lnTo>
                <a:lnTo>
                  <a:pt x="4973099" y="6858000"/>
                </a:lnTo>
                <a:lnTo>
                  <a:pt x="4075210" y="6858000"/>
                </a:lnTo>
                <a:lnTo>
                  <a:pt x="4075210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28384" y="1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1E5F6-BC24-22A8-0F57-9290A394D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950" y="2052918"/>
            <a:ext cx="6240276" cy="461335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E" dirty="0"/>
              <a:t>Project Context</a:t>
            </a:r>
          </a:p>
          <a:p>
            <a:pPr lvl="1">
              <a:lnSpc>
                <a:spcPct val="90000"/>
              </a:lnSpc>
            </a:pPr>
            <a:r>
              <a:rPr lang="en-IE" dirty="0"/>
              <a:t>And examples of projects</a:t>
            </a:r>
          </a:p>
          <a:p>
            <a:pPr>
              <a:lnSpc>
                <a:spcPct val="90000"/>
              </a:lnSpc>
            </a:pPr>
            <a:r>
              <a:rPr lang="en-IE" dirty="0"/>
              <a:t>What do we deliver?</a:t>
            </a:r>
          </a:p>
          <a:p>
            <a:pPr lvl="1">
              <a:lnSpc>
                <a:spcPct val="90000"/>
              </a:lnSpc>
            </a:pPr>
            <a:r>
              <a:rPr lang="en-IE" dirty="0"/>
              <a:t>Documentation on Agile project management</a:t>
            </a:r>
          </a:p>
          <a:p>
            <a:pPr lvl="1">
              <a:lnSpc>
                <a:spcPct val="90000"/>
              </a:lnSpc>
            </a:pPr>
            <a:r>
              <a:rPr lang="en-IE" dirty="0"/>
              <a:t>Working code</a:t>
            </a:r>
          </a:p>
          <a:p>
            <a:pPr>
              <a:lnSpc>
                <a:spcPct val="90000"/>
              </a:lnSpc>
            </a:pPr>
            <a:r>
              <a:rPr lang="en-IE" dirty="0"/>
              <a:t>Tools you need</a:t>
            </a:r>
          </a:p>
          <a:p>
            <a:pPr lvl="1">
              <a:lnSpc>
                <a:spcPct val="90000"/>
              </a:lnSpc>
            </a:pPr>
            <a:r>
              <a:rPr lang="en-IE" dirty="0"/>
              <a:t>For PM</a:t>
            </a:r>
          </a:p>
          <a:p>
            <a:pPr lvl="1">
              <a:lnSpc>
                <a:spcPct val="90000"/>
              </a:lnSpc>
            </a:pPr>
            <a:r>
              <a:rPr lang="en-IE" dirty="0"/>
              <a:t>For Technical work</a:t>
            </a:r>
          </a:p>
          <a:p>
            <a:pPr>
              <a:lnSpc>
                <a:spcPct val="90000"/>
              </a:lnSpc>
            </a:pPr>
            <a:r>
              <a:rPr lang="en-IE" dirty="0"/>
              <a:t>Where do we start?</a:t>
            </a:r>
          </a:p>
          <a:p>
            <a:pPr marL="914400" lvl="2" indent="0">
              <a:lnSpc>
                <a:spcPct val="90000"/>
              </a:lnSpc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759249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138977-039E-E630-8B76-1D0EC4F3C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IE" sz="3200">
                <a:solidFill>
                  <a:srgbClr val="F2F2F2"/>
                </a:solidFill>
              </a:rPr>
              <a:t>Project Context: 3 Parts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B2DAF9-4AB3-3FA3-4528-A7425E222E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7103498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9222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9BD9B90-3A17-41C0-829B-3ECEBBB0CE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D859BE9-2EAD-4FAE-A099-05EA2A9F48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56D88C5-9C15-4B44-B5B5-08836539F6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1F01885-4F98-49B6-8CA4-8D1F78B0B9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16E33BB-F2BA-411A-BCE3-42638CA44B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ABBAFDD-E903-4513-A167-772BB29AE4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9114C01-36BF-4983-B8A9-3410162EE1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2EB5AF3-EAF3-41AF-9156-5A5200A403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2C14C0B-EC96-408B-ADDB-645BC71A81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F10D03-C45A-5276-8426-448A406E0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IE" sz="3200" dirty="0">
                <a:solidFill>
                  <a:srgbClr val="F2F2F2"/>
                </a:solidFill>
              </a:rPr>
              <a:t>1. Importing data</a:t>
            </a:r>
            <a:br>
              <a:rPr lang="en-IE" sz="3200" dirty="0">
                <a:solidFill>
                  <a:srgbClr val="F2F2F2"/>
                </a:solidFill>
              </a:rPr>
            </a:br>
            <a:br>
              <a:rPr lang="en-IE" sz="3200" dirty="0">
                <a:solidFill>
                  <a:srgbClr val="F2F2F2"/>
                </a:solidFill>
              </a:rPr>
            </a:br>
            <a:r>
              <a:rPr lang="en-IE" sz="3200" dirty="0">
                <a:solidFill>
                  <a:srgbClr val="F2F2F2"/>
                </a:solidFill>
              </a:rPr>
              <a:t>means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34A0EC-1DFB-F5C6-244B-E913D2E8A8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3004114"/>
              </p:ext>
            </p:extLst>
          </p:nvPr>
        </p:nvGraphicFramePr>
        <p:xfrm>
          <a:off x="4507582" y="1447800"/>
          <a:ext cx="7036718" cy="5169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145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EA3BBCA-4B89-4546-95E3-7D10B814D8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D0A48A4-A380-4644-BE85-51621492AD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0EDC528-E4A3-43BD-8817-F502DFAF43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lvl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C12C63-1CA1-92EB-DE04-67A886BD0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IE" sz="3200" dirty="0">
                <a:solidFill>
                  <a:srgbClr val="F2F2F2"/>
                </a:solidFill>
              </a:rPr>
              <a:t>2. Data Presentation and Visualisation</a:t>
            </a:r>
            <a:br>
              <a:rPr lang="en-IE" sz="3200" dirty="0">
                <a:solidFill>
                  <a:srgbClr val="F2F2F2"/>
                </a:solidFill>
              </a:rPr>
            </a:br>
            <a:br>
              <a:rPr lang="en-IE" sz="3200" dirty="0">
                <a:solidFill>
                  <a:srgbClr val="F2F2F2"/>
                </a:solidFill>
              </a:rPr>
            </a:br>
            <a:r>
              <a:rPr lang="en-IE" sz="3200" dirty="0">
                <a:solidFill>
                  <a:srgbClr val="F2F2F2"/>
                </a:solidFill>
              </a:rPr>
              <a:t>means</a:t>
            </a:r>
            <a:br>
              <a:rPr lang="en-IE" sz="3200" dirty="0">
                <a:solidFill>
                  <a:srgbClr val="F2F2F2"/>
                </a:solidFill>
              </a:rPr>
            </a:br>
            <a:endParaRPr lang="en-IE" sz="3200" dirty="0">
              <a:solidFill>
                <a:srgbClr val="F2F2F2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DA8A6A-954F-0EAA-A462-F7A5A96863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3206609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25978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149D1EC-B7B1-4AA0-A228-D467A5C8B0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BA828B4-1556-4D67-912D-DADEDFF0C1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D1E4511-DE89-469E-A81D-DBEF51E32B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17457-9A93-0044-E9C7-2E79704B3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F4023-411C-8036-E619-724E2798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IE" sz="3200" dirty="0">
                <a:solidFill>
                  <a:srgbClr val="F2F2F2"/>
                </a:solidFill>
              </a:rPr>
              <a:t>3. Knowledge Extraction</a:t>
            </a:r>
            <a:br>
              <a:rPr lang="en-IE" sz="3200" dirty="0">
                <a:solidFill>
                  <a:srgbClr val="F2F2F2"/>
                </a:solidFill>
              </a:rPr>
            </a:br>
            <a:br>
              <a:rPr lang="en-IE" sz="3200" dirty="0">
                <a:solidFill>
                  <a:srgbClr val="F2F2F2"/>
                </a:solidFill>
              </a:rPr>
            </a:br>
            <a:r>
              <a:rPr lang="en-IE" sz="3200" dirty="0">
                <a:solidFill>
                  <a:srgbClr val="F2F2F2"/>
                </a:solidFill>
              </a:rPr>
              <a:t>means</a:t>
            </a:r>
            <a:br>
              <a:rPr lang="en-IE" sz="3200" dirty="0">
                <a:solidFill>
                  <a:srgbClr val="F2F2F2"/>
                </a:solidFill>
              </a:rPr>
            </a:br>
            <a:endParaRPr lang="en-IE" sz="3200" dirty="0">
              <a:solidFill>
                <a:srgbClr val="F2F2F2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AA2540-F843-7325-8087-283197E559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4575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149D1EC-B7B1-4AA0-A228-D467A5C8B0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BA828B4-1556-4D67-912D-DADEDFF0C1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D1E4511-DE89-469E-A81D-DBEF51E32B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AFA6BEF-D1E6-6AF9-7395-19DE98BA1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5" y="1266958"/>
            <a:ext cx="6808362" cy="45284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Examples of Projects</a:t>
            </a:r>
          </a:p>
        </p:txBody>
      </p:sp>
    </p:spTree>
    <p:extLst>
      <p:ext uri="{BB962C8B-B14F-4D97-AF65-F5344CB8AC3E}">
        <p14:creationId xmlns:p14="http://schemas.microsoft.com/office/powerpoint/2010/main" val="2421509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E26331-E70B-9847-2CC2-80C253CB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931" y="452718"/>
            <a:ext cx="5623931" cy="1400530"/>
          </a:xfrm>
        </p:spPr>
        <p:txBody>
          <a:bodyPr>
            <a:normAutofit fontScale="90000"/>
          </a:bodyPr>
          <a:lstStyle/>
          <a:p>
            <a:r>
              <a:rPr lang="en-IE" dirty="0"/>
              <a:t>Example 1: Energy efficiency monitoring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8375" y="-1573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3FE69553-F312-D96A-3F29-91CD17B6C6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150" r="45061" b="-446"/>
          <a:stretch>
            <a:fillRect/>
          </a:stretch>
        </p:blipFill>
        <p:spPr>
          <a:xfrm>
            <a:off x="3" y="10"/>
            <a:ext cx="4973099" cy="6857991"/>
          </a:xfrm>
          <a:custGeom>
            <a:avLst/>
            <a:gdLst/>
            <a:ahLst/>
            <a:cxnLst/>
            <a:rect l="l" t="t" r="r" b="b"/>
            <a:pathLst>
              <a:path w="4973099" h="6858001">
                <a:moveTo>
                  <a:pt x="3628384" y="0"/>
                </a:moveTo>
                <a:lnTo>
                  <a:pt x="4971922" y="0"/>
                </a:lnTo>
                <a:lnTo>
                  <a:pt x="4946877" y="155677"/>
                </a:lnTo>
                <a:lnTo>
                  <a:pt x="4923008" y="310668"/>
                </a:lnTo>
                <a:lnTo>
                  <a:pt x="4899644" y="466344"/>
                </a:lnTo>
                <a:lnTo>
                  <a:pt x="4879641" y="622707"/>
                </a:lnTo>
                <a:lnTo>
                  <a:pt x="4859470" y="778383"/>
                </a:lnTo>
                <a:lnTo>
                  <a:pt x="4840644" y="934746"/>
                </a:lnTo>
                <a:lnTo>
                  <a:pt x="4824508" y="1089051"/>
                </a:lnTo>
                <a:lnTo>
                  <a:pt x="4809212" y="1245413"/>
                </a:lnTo>
                <a:lnTo>
                  <a:pt x="4795260" y="1401090"/>
                </a:lnTo>
                <a:lnTo>
                  <a:pt x="4783158" y="1554023"/>
                </a:lnTo>
                <a:lnTo>
                  <a:pt x="4771055" y="1709014"/>
                </a:lnTo>
                <a:lnTo>
                  <a:pt x="4760970" y="1861947"/>
                </a:lnTo>
                <a:lnTo>
                  <a:pt x="4753070" y="2014881"/>
                </a:lnTo>
                <a:lnTo>
                  <a:pt x="4744833" y="2167128"/>
                </a:lnTo>
                <a:lnTo>
                  <a:pt x="4737942" y="2318004"/>
                </a:lnTo>
                <a:lnTo>
                  <a:pt x="4733067" y="2467509"/>
                </a:lnTo>
                <a:lnTo>
                  <a:pt x="4728865" y="2617013"/>
                </a:lnTo>
                <a:lnTo>
                  <a:pt x="4724831" y="2765146"/>
                </a:lnTo>
                <a:lnTo>
                  <a:pt x="4722982" y="2911221"/>
                </a:lnTo>
                <a:lnTo>
                  <a:pt x="4720965" y="3057297"/>
                </a:lnTo>
                <a:lnTo>
                  <a:pt x="4719956" y="3201315"/>
                </a:lnTo>
                <a:lnTo>
                  <a:pt x="4720965" y="3343961"/>
                </a:lnTo>
                <a:lnTo>
                  <a:pt x="4720965" y="3485236"/>
                </a:lnTo>
                <a:lnTo>
                  <a:pt x="4722982" y="3625139"/>
                </a:lnTo>
                <a:lnTo>
                  <a:pt x="4726007" y="3762299"/>
                </a:lnTo>
                <a:lnTo>
                  <a:pt x="4728865" y="3898087"/>
                </a:lnTo>
                <a:lnTo>
                  <a:pt x="4732059" y="4031133"/>
                </a:lnTo>
                <a:lnTo>
                  <a:pt x="4736933" y="4163492"/>
                </a:lnTo>
                <a:lnTo>
                  <a:pt x="4742144" y="4293793"/>
                </a:lnTo>
                <a:lnTo>
                  <a:pt x="4746850" y="4421352"/>
                </a:lnTo>
                <a:lnTo>
                  <a:pt x="4760130" y="4670298"/>
                </a:lnTo>
                <a:lnTo>
                  <a:pt x="4774249" y="4908956"/>
                </a:lnTo>
                <a:lnTo>
                  <a:pt x="4789041" y="5138013"/>
                </a:lnTo>
                <a:lnTo>
                  <a:pt x="4805346" y="5354726"/>
                </a:lnTo>
                <a:lnTo>
                  <a:pt x="4822323" y="5561838"/>
                </a:lnTo>
                <a:lnTo>
                  <a:pt x="4840644" y="5753862"/>
                </a:lnTo>
                <a:lnTo>
                  <a:pt x="4858630" y="5934227"/>
                </a:lnTo>
                <a:lnTo>
                  <a:pt x="4876615" y="6100191"/>
                </a:lnTo>
                <a:lnTo>
                  <a:pt x="4893592" y="6252438"/>
                </a:lnTo>
                <a:lnTo>
                  <a:pt x="4909729" y="6387541"/>
                </a:lnTo>
                <a:lnTo>
                  <a:pt x="4925025" y="6509613"/>
                </a:lnTo>
                <a:lnTo>
                  <a:pt x="4937800" y="6612483"/>
                </a:lnTo>
                <a:lnTo>
                  <a:pt x="4949902" y="6698894"/>
                </a:lnTo>
                <a:lnTo>
                  <a:pt x="4967216" y="6817538"/>
                </a:lnTo>
                <a:lnTo>
                  <a:pt x="4973099" y="6858000"/>
                </a:lnTo>
                <a:lnTo>
                  <a:pt x="4075210" y="6858000"/>
                </a:lnTo>
                <a:lnTo>
                  <a:pt x="4075210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28384" y="1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1BEAA-4153-A503-A71C-38D53C377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950" y="2052918"/>
            <a:ext cx="4638903" cy="41954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IE" sz="1500" dirty="0"/>
          </a:p>
          <a:p>
            <a:pPr lvl="0">
              <a:lnSpc>
                <a:spcPct val="90000"/>
              </a:lnSpc>
            </a:pPr>
            <a:r>
              <a:rPr lang="en-IE" sz="1500" dirty="0"/>
              <a:t>Importing data: </a:t>
            </a:r>
          </a:p>
          <a:p>
            <a:pPr lvl="1">
              <a:lnSpc>
                <a:spcPct val="90000"/>
              </a:lnSpc>
            </a:pPr>
            <a:r>
              <a:rPr lang="en-IE" sz="1500" dirty="0"/>
              <a:t>Data with energy consumption per building in csv files</a:t>
            </a:r>
          </a:p>
          <a:p>
            <a:pPr lvl="1">
              <a:lnSpc>
                <a:spcPct val="90000"/>
              </a:lnSpc>
            </a:pPr>
            <a:r>
              <a:rPr lang="en-IE" sz="1500" dirty="0"/>
              <a:t>For building, BER, area, occupancy and type</a:t>
            </a:r>
          </a:p>
          <a:p>
            <a:pPr lvl="1">
              <a:lnSpc>
                <a:spcPct val="90000"/>
              </a:lnSpc>
            </a:pPr>
            <a:r>
              <a:rPr lang="en-IE" sz="1600" dirty="0"/>
              <a:t>CSV data are available </a:t>
            </a:r>
            <a:r>
              <a:rPr lang="en-IE" sz="1500" dirty="0"/>
              <a:t> </a:t>
            </a:r>
          </a:p>
          <a:p>
            <a:pPr lvl="0">
              <a:lnSpc>
                <a:spcPct val="90000"/>
              </a:lnSpc>
            </a:pPr>
            <a:r>
              <a:rPr lang="en-IE" sz="1500" dirty="0"/>
              <a:t>Model and store in a DB</a:t>
            </a:r>
          </a:p>
          <a:p>
            <a:pPr lvl="0">
              <a:lnSpc>
                <a:spcPct val="90000"/>
              </a:lnSpc>
            </a:pPr>
            <a:r>
              <a:rPr lang="en-IE" sz="1500" dirty="0"/>
              <a:t>Data Presentation and Visualisation</a:t>
            </a:r>
          </a:p>
          <a:p>
            <a:pPr lvl="1">
              <a:lnSpc>
                <a:spcPct val="90000"/>
              </a:lnSpc>
            </a:pPr>
            <a:r>
              <a:rPr lang="en-IE" sz="1500" dirty="0"/>
              <a:t>create reports/tables</a:t>
            </a:r>
          </a:p>
          <a:p>
            <a:pPr lvl="0">
              <a:lnSpc>
                <a:spcPct val="90000"/>
              </a:lnSpc>
            </a:pPr>
            <a:r>
              <a:rPr lang="en-IE" sz="1500" dirty="0"/>
              <a:t>Knowledge extraction</a:t>
            </a:r>
          </a:p>
          <a:p>
            <a:pPr lvl="1">
              <a:lnSpc>
                <a:spcPct val="90000"/>
              </a:lnSpc>
            </a:pPr>
            <a:r>
              <a:rPr lang="en-IE" sz="1500" dirty="0"/>
              <a:t> use ML or LLM to get predictions, classification of buildings to green/orange/red</a:t>
            </a:r>
          </a:p>
          <a:p>
            <a:pPr>
              <a:lnSpc>
                <a:spcPct val="90000"/>
              </a:lnSpc>
            </a:pPr>
            <a:endParaRPr lang="en-IE" sz="1500" dirty="0"/>
          </a:p>
          <a:p>
            <a:pPr>
              <a:lnSpc>
                <a:spcPct val="90000"/>
              </a:lnSpc>
            </a:pPr>
            <a:endParaRPr lang="en-IE" sz="1500" dirty="0"/>
          </a:p>
        </p:txBody>
      </p:sp>
    </p:spTree>
    <p:extLst>
      <p:ext uri="{BB962C8B-B14F-4D97-AF65-F5344CB8AC3E}">
        <p14:creationId xmlns:p14="http://schemas.microsoft.com/office/powerpoint/2010/main" val="1032542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79D0C5-C697-92AB-D231-487AF4BD7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2509EE-CF62-F2FE-5476-F216D6285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931" y="452718"/>
            <a:ext cx="5716317" cy="1400530"/>
          </a:xfrm>
        </p:spPr>
        <p:txBody>
          <a:bodyPr>
            <a:normAutofit/>
          </a:bodyPr>
          <a:lstStyle/>
          <a:p>
            <a:r>
              <a:rPr lang="en-IE" dirty="0"/>
              <a:t>Example 2: </a:t>
            </a:r>
            <a:br>
              <a:rPr lang="en-IE" dirty="0"/>
            </a:br>
            <a:r>
              <a:rPr lang="en-IE" dirty="0"/>
              <a:t>My news channel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8375" y="-1573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A9E0FA-A27B-0E40-5D6E-6926672BD2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26" r="40585"/>
          <a:stretch>
            <a:fillRect/>
          </a:stretch>
        </p:blipFill>
        <p:spPr>
          <a:xfrm>
            <a:off x="3" y="10"/>
            <a:ext cx="4973099" cy="6857991"/>
          </a:xfrm>
          <a:custGeom>
            <a:avLst/>
            <a:gdLst/>
            <a:ahLst/>
            <a:cxnLst/>
            <a:rect l="l" t="t" r="r" b="b"/>
            <a:pathLst>
              <a:path w="4973099" h="6858001">
                <a:moveTo>
                  <a:pt x="3628384" y="0"/>
                </a:moveTo>
                <a:lnTo>
                  <a:pt x="4971922" y="0"/>
                </a:lnTo>
                <a:lnTo>
                  <a:pt x="4946877" y="155677"/>
                </a:lnTo>
                <a:lnTo>
                  <a:pt x="4923008" y="310668"/>
                </a:lnTo>
                <a:lnTo>
                  <a:pt x="4899644" y="466344"/>
                </a:lnTo>
                <a:lnTo>
                  <a:pt x="4879641" y="622707"/>
                </a:lnTo>
                <a:lnTo>
                  <a:pt x="4859470" y="778383"/>
                </a:lnTo>
                <a:lnTo>
                  <a:pt x="4840644" y="934746"/>
                </a:lnTo>
                <a:lnTo>
                  <a:pt x="4824508" y="1089051"/>
                </a:lnTo>
                <a:lnTo>
                  <a:pt x="4809212" y="1245413"/>
                </a:lnTo>
                <a:lnTo>
                  <a:pt x="4795260" y="1401090"/>
                </a:lnTo>
                <a:lnTo>
                  <a:pt x="4783158" y="1554023"/>
                </a:lnTo>
                <a:lnTo>
                  <a:pt x="4771055" y="1709014"/>
                </a:lnTo>
                <a:lnTo>
                  <a:pt x="4760970" y="1861947"/>
                </a:lnTo>
                <a:lnTo>
                  <a:pt x="4753070" y="2014881"/>
                </a:lnTo>
                <a:lnTo>
                  <a:pt x="4744833" y="2167128"/>
                </a:lnTo>
                <a:lnTo>
                  <a:pt x="4737942" y="2318004"/>
                </a:lnTo>
                <a:lnTo>
                  <a:pt x="4733067" y="2467509"/>
                </a:lnTo>
                <a:lnTo>
                  <a:pt x="4728865" y="2617013"/>
                </a:lnTo>
                <a:lnTo>
                  <a:pt x="4724831" y="2765146"/>
                </a:lnTo>
                <a:lnTo>
                  <a:pt x="4722982" y="2911221"/>
                </a:lnTo>
                <a:lnTo>
                  <a:pt x="4720965" y="3057297"/>
                </a:lnTo>
                <a:lnTo>
                  <a:pt x="4719956" y="3201315"/>
                </a:lnTo>
                <a:lnTo>
                  <a:pt x="4720965" y="3343961"/>
                </a:lnTo>
                <a:lnTo>
                  <a:pt x="4720965" y="3485236"/>
                </a:lnTo>
                <a:lnTo>
                  <a:pt x="4722982" y="3625139"/>
                </a:lnTo>
                <a:lnTo>
                  <a:pt x="4726007" y="3762299"/>
                </a:lnTo>
                <a:lnTo>
                  <a:pt x="4728865" y="3898087"/>
                </a:lnTo>
                <a:lnTo>
                  <a:pt x="4732059" y="4031133"/>
                </a:lnTo>
                <a:lnTo>
                  <a:pt x="4736933" y="4163492"/>
                </a:lnTo>
                <a:lnTo>
                  <a:pt x="4742144" y="4293793"/>
                </a:lnTo>
                <a:lnTo>
                  <a:pt x="4746850" y="4421352"/>
                </a:lnTo>
                <a:lnTo>
                  <a:pt x="4760130" y="4670298"/>
                </a:lnTo>
                <a:lnTo>
                  <a:pt x="4774249" y="4908956"/>
                </a:lnTo>
                <a:lnTo>
                  <a:pt x="4789041" y="5138013"/>
                </a:lnTo>
                <a:lnTo>
                  <a:pt x="4805346" y="5354726"/>
                </a:lnTo>
                <a:lnTo>
                  <a:pt x="4822323" y="5561838"/>
                </a:lnTo>
                <a:lnTo>
                  <a:pt x="4840644" y="5753862"/>
                </a:lnTo>
                <a:lnTo>
                  <a:pt x="4858630" y="5934227"/>
                </a:lnTo>
                <a:lnTo>
                  <a:pt x="4876615" y="6100191"/>
                </a:lnTo>
                <a:lnTo>
                  <a:pt x="4893592" y="6252438"/>
                </a:lnTo>
                <a:lnTo>
                  <a:pt x="4909729" y="6387541"/>
                </a:lnTo>
                <a:lnTo>
                  <a:pt x="4925025" y="6509613"/>
                </a:lnTo>
                <a:lnTo>
                  <a:pt x="4937800" y="6612483"/>
                </a:lnTo>
                <a:lnTo>
                  <a:pt x="4949902" y="6698894"/>
                </a:lnTo>
                <a:lnTo>
                  <a:pt x="4967216" y="6817538"/>
                </a:lnTo>
                <a:lnTo>
                  <a:pt x="4973099" y="6858000"/>
                </a:lnTo>
                <a:lnTo>
                  <a:pt x="4075210" y="6858000"/>
                </a:lnTo>
                <a:lnTo>
                  <a:pt x="4075210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28384" y="1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CEACE-ED71-F26E-8020-D35E19657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950" y="2052918"/>
            <a:ext cx="4638903" cy="41954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IE" sz="1500" dirty="0"/>
          </a:p>
          <a:p>
            <a:pPr lvl="0">
              <a:lnSpc>
                <a:spcPct val="90000"/>
              </a:lnSpc>
            </a:pPr>
            <a:r>
              <a:rPr lang="en-IE" sz="1500" dirty="0"/>
              <a:t>Importing data: </a:t>
            </a:r>
          </a:p>
          <a:p>
            <a:pPr lvl="1">
              <a:lnSpc>
                <a:spcPct val="90000"/>
              </a:lnSpc>
            </a:pPr>
            <a:r>
              <a:rPr lang="en-IE" sz="1500" dirty="0"/>
              <a:t> get the news (make a call to RSS feeds)</a:t>
            </a:r>
          </a:p>
          <a:p>
            <a:pPr lvl="1">
              <a:lnSpc>
                <a:spcPct val="90000"/>
              </a:lnSpc>
            </a:pPr>
            <a:r>
              <a:rPr lang="en-IE" sz="1500" dirty="0"/>
              <a:t>Organise and store them to database</a:t>
            </a:r>
          </a:p>
          <a:p>
            <a:pPr lvl="0">
              <a:lnSpc>
                <a:spcPct val="90000"/>
              </a:lnSpc>
            </a:pPr>
            <a:r>
              <a:rPr lang="en-IE" sz="1500" dirty="0"/>
              <a:t>Data Presentation and Visualisation</a:t>
            </a:r>
          </a:p>
          <a:p>
            <a:pPr lvl="1">
              <a:lnSpc>
                <a:spcPct val="90000"/>
              </a:lnSpc>
            </a:pPr>
            <a:r>
              <a:rPr lang="en-IE" sz="1500" dirty="0"/>
              <a:t>Create an app or a site to show news per category</a:t>
            </a:r>
          </a:p>
          <a:p>
            <a:pPr lvl="1">
              <a:lnSpc>
                <a:spcPct val="90000"/>
              </a:lnSpc>
            </a:pPr>
            <a:r>
              <a:rPr lang="en-IE" sz="1500" dirty="0"/>
              <a:t>(or allow the user to customise what they want to see</a:t>
            </a:r>
          </a:p>
          <a:p>
            <a:pPr lvl="0">
              <a:lnSpc>
                <a:spcPct val="90000"/>
              </a:lnSpc>
            </a:pPr>
            <a:r>
              <a:rPr lang="en-IE" sz="1500" dirty="0"/>
              <a:t>Knowledge extraction</a:t>
            </a:r>
          </a:p>
          <a:p>
            <a:pPr lvl="1">
              <a:lnSpc>
                <a:spcPct val="90000"/>
              </a:lnSpc>
            </a:pPr>
            <a:r>
              <a:rPr lang="en-IE" sz="1500" dirty="0"/>
              <a:t>Pass news to LLM and ask for a summary</a:t>
            </a:r>
          </a:p>
          <a:p>
            <a:pPr lvl="1">
              <a:lnSpc>
                <a:spcPct val="90000"/>
              </a:lnSpc>
            </a:pPr>
            <a:r>
              <a:rPr lang="en-IE" sz="1500" dirty="0"/>
              <a:t>Or find the most common terms in a week</a:t>
            </a:r>
          </a:p>
          <a:p>
            <a:pPr marL="0" indent="0">
              <a:lnSpc>
                <a:spcPct val="90000"/>
              </a:lnSpc>
              <a:buNone/>
            </a:pPr>
            <a:endParaRPr lang="en-IE" sz="1500" dirty="0"/>
          </a:p>
          <a:p>
            <a:pPr>
              <a:lnSpc>
                <a:spcPct val="90000"/>
              </a:lnSpc>
            </a:pPr>
            <a:endParaRPr lang="en-IE" sz="1500" dirty="0"/>
          </a:p>
          <a:p>
            <a:pPr>
              <a:lnSpc>
                <a:spcPct val="90000"/>
              </a:lnSpc>
            </a:pPr>
            <a:endParaRPr lang="en-IE" sz="1500" dirty="0"/>
          </a:p>
        </p:txBody>
      </p:sp>
    </p:spTree>
    <p:extLst>
      <p:ext uri="{BB962C8B-B14F-4D97-AF65-F5344CB8AC3E}">
        <p14:creationId xmlns:p14="http://schemas.microsoft.com/office/powerpoint/2010/main" val="302199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E07F1D-6D23-DD10-0EBC-92072208B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F780B7-4F44-6500-05DB-5A2634063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931" y="452718"/>
            <a:ext cx="5806675" cy="1400530"/>
          </a:xfrm>
        </p:spPr>
        <p:txBody>
          <a:bodyPr>
            <a:normAutofit/>
          </a:bodyPr>
          <a:lstStyle/>
          <a:p>
            <a:r>
              <a:rPr lang="en-IE" dirty="0"/>
              <a:t>Example 3: </a:t>
            </a:r>
            <a:br>
              <a:rPr lang="en-IE" dirty="0"/>
            </a:br>
            <a:r>
              <a:rPr lang="en-IE" dirty="0"/>
              <a:t>My weather channel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8375" y="-1573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5FB62A-9A6C-3624-5B48-5392F7FBAB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0" r="50086" b="-1"/>
          <a:stretch>
            <a:fillRect/>
          </a:stretch>
        </p:blipFill>
        <p:spPr>
          <a:xfrm>
            <a:off x="3" y="10"/>
            <a:ext cx="4973099" cy="6857991"/>
          </a:xfrm>
          <a:custGeom>
            <a:avLst/>
            <a:gdLst/>
            <a:ahLst/>
            <a:cxnLst/>
            <a:rect l="l" t="t" r="r" b="b"/>
            <a:pathLst>
              <a:path w="4973099" h="6858001">
                <a:moveTo>
                  <a:pt x="3628384" y="0"/>
                </a:moveTo>
                <a:lnTo>
                  <a:pt x="4971922" y="0"/>
                </a:lnTo>
                <a:lnTo>
                  <a:pt x="4946877" y="155677"/>
                </a:lnTo>
                <a:lnTo>
                  <a:pt x="4923008" y="310668"/>
                </a:lnTo>
                <a:lnTo>
                  <a:pt x="4899644" y="466344"/>
                </a:lnTo>
                <a:lnTo>
                  <a:pt x="4879641" y="622707"/>
                </a:lnTo>
                <a:lnTo>
                  <a:pt x="4859470" y="778383"/>
                </a:lnTo>
                <a:lnTo>
                  <a:pt x="4840644" y="934746"/>
                </a:lnTo>
                <a:lnTo>
                  <a:pt x="4824508" y="1089051"/>
                </a:lnTo>
                <a:lnTo>
                  <a:pt x="4809212" y="1245413"/>
                </a:lnTo>
                <a:lnTo>
                  <a:pt x="4795260" y="1401090"/>
                </a:lnTo>
                <a:lnTo>
                  <a:pt x="4783158" y="1554023"/>
                </a:lnTo>
                <a:lnTo>
                  <a:pt x="4771055" y="1709014"/>
                </a:lnTo>
                <a:lnTo>
                  <a:pt x="4760970" y="1861947"/>
                </a:lnTo>
                <a:lnTo>
                  <a:pt x="4753070" y="2014881"/>
                </a:lnTo>
                <a:lnTo>
                  <a:pt x="4744833" y="2167128"/>
                </a:lnTo>
                <a:lnTo>
                  <a:pt x="4737942" y="2318004"/>
                </a:lnTo>
                <a:lnTo>
                  <a:pt x="4733067" y="2467509"/>
                </a:lnTo>
                <a:lnTo>
                  <a:pt x="4728865" y="2617013"/>
                </a:lnTo>
                <a:lnTo>
                  <a:pt x="4724831" y="2765146"/>
                </a:lnTo>
                <a:lnTo>
                  <a:pt x="4722982" y="2911221"/>
                </a:lnTo>
                <a:lnTo>
                  <a:pt x="4720965" y="3057297"/>
                </a:lnTo>
                <a:lnTo>
                  <a:pt x="4719956" y="3201315"/>
                </a:lnTo>
                <a:lnTo>
                  <a:pt x="4720965" y="3343961"/>
                </a:lnTo>
                <a:lnTo>
                  <a:pt x="4720965" y="3485236"/>
                </a:lnTo>
                <a:lnTo>
                  <a:pt x="4722982" y="3625139"/>
                </a:lnTo>
                <a:lnTo>
                  <a:pt x="4726007" y="3762299"/>
                </a:lnTo>
                <a:lnTo>
                  <a:pt x="4728865" y="3898087"/>
                </a:lnTo>
                <a:lnTo>
                  <a:pt x="4732059" y="4031133"/>
                </a:lnTo>
                <a:lnTo>
                  <a:pt x="4736933" y="4163492"/>
                </a:lnTo>
                <a:lnTo>
                  <a:pt x="4742144" y="4293793"/>
                </a:lnTo>
                <a:lnTo>
                  <a:pt x="4746850" y="4421352"/>
                </a:lnTo>
                <a:lnTo>
                  <a:pt x="4760130" y="4670298"/>
                </a:lnTo>
                <a:lnTo>
                  <a:pt x="4774249" y="4908956"/>
                </a:lnTo>
                <a:lnTo>
                  <a:pt x="4789041" y="5138013"/>
                </a:lnTo>
                <a:lnTo>
                  <a:pt x="4805346" y="5354726"/>
                </a:lnTo>
                <a:lnTo>
                  <a:pt x="4822323" y="5561838"/>
                </a:lnTo>
                <a:lnTo>
                  <a:pt x="4840644" y="5753862"/>
                </a:lnTo>
                <a:lnTo>
                  <a:pt x="4858630" y="5934227"/>
                </a:lnTo>
                <a:lnTo>
                  <a:pt x="4876615" y="6100191"/>
                </a:lnTo>
                <a:lnTo>
                  <a:pt x="4893592" y="6252438"/>
                </a:lnTo>
                <a:lnTo>
                  <a:pt x="4909729" y="6387541"/>
                </a:lnTo>
                <a:lnTo>
                  <a:pt x="4925025" y="6509613"/>
                </a:lnTo>
                <a:lnTo>
                  <a:pt x="4937800" y="6612483"/>
                </a:lnTo>
                <a:lnTo>
                  <a:pt x="4949902" y="6698894"/>
                </a:lnTo>
                <a:lnTo>
                  <a:pt x="4967216" y="6817538"/>
                </a:lnTo>
                <a:lnTo>
                  <a:pt x="4973099" y="6858000"/>
                </a:lnTo>
                <a:lnTo>
                  <a:pt x="4075210" y="6858000"/>
                </a:lnTo>
                <a:lnTo>
                  <a:pt x="4075210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28384" y="1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3357D-0C16-649D-E1C6-92CB4BB19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950" y="2052918"/>
            <a:ext cx="4638903" cy="41954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IE" sz="1500" dirty="0"/>
          </a:p>
          <a:p>
            <a:pPr lvl="0">
              <a:lnSpc>
                <a:spcPct val="90000"/>
              </a:lnSpc>
            </a:pPr>
            <a:r>
              <a:rPr lang="en-IE" sz="1500" dirty="0"/>
              <a:t>Importing data: </a:t>
            </a:r>
          </a:p>
          <a:p>
            <a:pPr lvl="1">
              <a:lnSpc>
                <a:spcPct val="90000"/>
              </a:lnSpc>
            </a:pPr>
            <a:r>
              <a:rPr lang="en-IE" sz="1500" dirty="0"/>
              <a:t> get the weather from an API</a:t>
            </a:r>
          </a:p>
          <a:p>
            <a:pPr lvl="1">
              <a:lnSpc>
                <a:spcPct val="90000"/>
              </a:lnSpc>
            </a:pPr>
            <a:r>
              <a:rPr lang="en-IE" sz="1500" dirty="0"/>
              <a:t>Organise and store data to database</a:t>
            </a:r>
          </a:p>
          <a:p>
            <a:pPr lvl="0">
              <a:lnSpc>
                <a:spcPct val="90000"/>
              </a:lnSpc>
            </a:pPr>
            <a:r>
              <a:rPr lang="en-IE" sz="1500" dirty="0"/>
              <a:t>Data Presentation and Visualisation</a:t>
            </a:r>
          </a:p>
          <a:p>
            <a:pPr lvl="1">
              <a:lnSpc>
                <a:spcPct val="90000"/>
              </a:lnSpc>
            </a:pPr>
            <a:r>
              <a:rPr lang="en-IE" sz="1500" dirty="0"/>
              <a:t>Create an app or a site to show weather info for a location</a:t>
            </a:r>
          </a:p>
          <a:p>
            <a:pPr lvl="2">
              <a:lnSpc>
                <a:spcPct val="90000"/>
              </a:lnSpc>
            </a:pPr>
            <a:r>
              <a:rPr lang="en-IE" sz="1300" dirty="0"/>
              <a:t>Text or even a map</a:t>
            </a:r>
          </a:p>
          <a:p>
            <a:pPr lvl="1">
              <a:lnSpc>
                <a:spcPct val="90000"/>
              </a:lnSpc>
            </a:pPr>
            <a:r>
              <a:rPr lang="en-IE" sz="1500" dirty="0"/>
              <a:t>(or allow the user to customise what they want to see)</a:t>
            </a:r>
          </a:p>
          <a:p>
            <a:pPr lvl="0">
              <a:lnSpc>
                <a:spcPct val="90000"/>
              </a:lnSpc>
            </a:pPr>
            <a:r>
              <a:rPr lang="en-IE" sz="1500" dirty="0"/>
              <a:t>Knowledge extraction</a:t>
            </a:r>
          </a:p>
          <a:p>
            <a:pPr lvl="1">
              <a:lnSpc>
                <a:spcPct val="90000"/>
              </a:lnSpc>
            </a:pPr>
            <a:r>
              <a:rPr lang="en-IE" sz="1500" dirty="0"/>
              <a:t>Pass news to LLM or use ML and predict the weather tomorrow</a:t>
            </a:r>
          </a:p>
          <a:p>
            <a:pPr marL="0" indent="0">
              <a:lnSpc>
                <a:spcPct val="90000"/>
              </a:lnSpc>
              <a:buNone/>
            </a:pPr>
            <a:endParaRPr lang="en-IE" sz="1500" dirty="0"/>
          </a:p>
          <a:p>
            <a:pPr>
              <a:lnSpc>
                <a:spcPct val="90000"/>
              </a:lnSpc>
            </a:pPr>
            <a:endParaRPr lang="en-IE" sz="1500" dirty="0"/>
          </a:p>
          <a:p>
            <a:pPr>
              <a:lnSpc>
                <a:spcPct val="90000"/>
              </a:lnSpc>
            </a:pPr>
            <a:endParaRPr lang="en-IE" sz="1500" dirty="0"/>
          </a:p>
        </p:txBody>
      </p:sp>
    </p:spTree>
    <p:extLst>
      <p:ext uri="{BB962C8B-B14F-4D97-AF65-F5344CB8AC3E}">
        <p14:creationId xmlns:p14="http://schemas.microsoft.com/office/powerpoint/2010/main" val="2364092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1A1A5E-A39F-9C70-0162-2DD7F9B2E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931" y="452718"/>
            <a:ext cx="4638903" cy="140053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E" sz="2900"/>
              <a:t>Example 4: Analysis on Bottle types for a soft drinks factory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8375" y="-1573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lastic containers in bright colors">
            <a:extLst>
              <a:ext uri="{FF2B5EF4-FFF2-40B4-BE49-F238E27FC236}">
                <a16:creationId xmlns:a16="http://schemas.microsoft.com/office/drawing/2014/main" id="{27E13884-7275-AB1A-B419-CF9D8990E9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575" r="27020" b="-1"/>
          <a:stretch>
            <a:fillRect/>
          </a:stretch>
        </p:blipFill>
        <p:spPr>
          <a:xfrm>
            <a:off x="3" y="10"/>
            <a:ext cx="4973099" cy="6857991"/>
          </a:xfrm>
          <a:custGeom>
            <a:avLst/>
            <a:gdLst/>
            <a:ahLst/>
            <a:cxnLst/>
            <a:rect l="l" t="t" r="r" b="b"/>
            <a:pathLst>
              <a:path w="4973099" h="6858001">
                <a:moveTo>
                  <a:pt x="3628384" y="0"/>
                </a:moveTo>
                <a:lnTo>
                  <a:pt x="4971922" y="0"/>
                </a:lnTo>
                <a:lnTo>
                  <a:pt x="4946877" y="155677"/>
                </a:lnTo>
                <a:lnTo>
                  <a:pt x="4923008" y="310668"/>
                </a:lnTo>
                <a:lnTo>
                  <a:pt x="4899644" y="466344"/>
                </a:lnTo>
                <a:lnTo>
                  <a:pt x="4879641" y="622707"/>
                </a:lnTo>
                <a:lnTo>
                  <a:pt x="4859470" y="778383"/>
                </a:lnTo>
                <a:lnTo>
                  <a:pt x="4840644" y="934746"/>
                </a:lnTo>
                <a:lnTo>
                  <a:pt x="4824508" y="1089051"/>
                </a:lnTo>
                <a:lnTo>
                  <a:pt x="4809212" y="1245413"/>
                </a:lnTo>
                <a:lnTo>
                  <a:pt x="4795260" y="1401090"/>
                </a:lnTo>
                <a:lnTo>
                  <a:pt x="4783158" y="1554023"/>
                </a:lnTo>
                <a:lnTo>
                  <a:pt x="4771055" y="1709014"/>
                </a:lnTo>
                <a:lnTo>
                  <a:pt x="4760970" y="1861947"/>
                </a:lnTo>
                <a:lnTo>
                  <a:pt x="4753070" y="2014881"/>
                </a:lnTo>
                <a:lnTo>
                  <a:pt x="4744833" y="2167128"/>
                </a:lnTo>
                <a:lnTo>
                  <a:pt x="4737942" y="2318004"/>
                </a:lnTo>
                <a:lnTo>
                  <a:pt x="4733067" y="2467509"/>
                </a:lnTo>
                <a:lnTo>
                  <a:pt x="4728865" y="2617013"/>
                </a:lnTo>
                <a:lnTo>
                  <a:pt x="4724831" y="2765146"/>
                </a:lnTo>
                <a:lnTo>
                  <a:pt x="4722982" y="2911221"/>
                </a:lnTo>
                <a:lnTo>
                  <a:pt x="4720965" y="3057297"/>
                </a:lnTo>
                <a:lnTo>
                  <a:pt x="4719956" y="3201315"/>
                </a:lnTo>
                <a:lnTo>
                  <a:pt x="4720965" y="3343961"/>
                </a:lnTo>
                <a:lnTo>
                  <a:pt x="4720965" y="3485236"/>
                </a:lnTo>
                <a:lnTo>
                  <a:pt x="4722982" y="3625139"/>
                </a:lnTo>
                <a:lnTo>
                  <a:pt x="4726007" y="3762299"/>
                </a:lnTo>
                <a:lnTo>
                  <a:pt x="4728865" y="3898087"/>
                </a:lnTo>
                <a:lnTo>
                  <a:pt x="4732059" y="4031133"/>
                </a:lnTo>
                <a:lnTo>
                  <a:pt x="4736933" y="4163492"/>
                </a:lnTo>
                <a:lnTo>
                  <a:pt x="4742144" y="4293793"/>
                </a:lnTo>
                <a:lnTo>
                  <a:pt x="4746850" y="4421352"/>
                </a:lnTo>
                <a:lnTo>
                  <a:pt x="4760130" y="4670298"/>
                </a:lnTo>
                <a:lnTo>
                  <a:pt x="4774249" y="4908956"/>
                </a:lnTo>
                <a:lnTo>
                  <a:pt x="4789041" y="5138013"/>
                </a:lnTo>
                <a:lnTo>
                  <a:pt x="4805346" y="5354726"/>
                </a:lnTo>
                <a:lnTo>
                  <a:pt x="4822323" y="5561838"/>
                </a:lnTo>
                <a:lnTo>
                  <a:pt x="4840644" y="5753862"/>
                </a:lnTo>
                <a:lnTo>
                  <a:pt x="4858630" y="5934227"/>
                </a:lnTo>
                <a:lnTo>
                  <a:pt x="4876615" y="6100191"/>
                </a:lnTo>
                <a:lnTo>
                  <a:pt x="4893592" y="6252438"/>
                </a:lnTo>
                <a:lnTo>
                  <a:pt x="4909729" y="6387541"/>
                </a:lnTo>
                <a:lnTo>
                  <a:pt x="4925025" y="6509613"/>
                </a:lnTo>
                <a:lnTo>
                  <a:pt x="4937800" y="6612483"/>
                </a:lnTo>
                <a:lnTo>
                  <a:pt x="4949902" y="6698894"/>
                </a:lnTo>
                <a:lnTo>
                  <a:pt x="4967216" y="6817538"/>
                </a:lnTo>
                <a:lnTo>
                  <a:pt x="4973099" y="6858000"/>
                </a:lnTo>
                <a:lnTo>
                  <a:pt x="4075210" y="6858000"/>
                </a:lnTo>
                <a:lnTo>
                  <a:pt x="4075210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28384" y="1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55F36-7BAD-8626-A59B-C64926B68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950" y="2052918"/>
            <a:ext cx="4638903" cy="41954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E" sz="1300" dirty="0"/>
              <a:t>Bottles made have a number of characteristics</a:t>
            </a:r>
          </a:p>
          <a:p>
            <a:pPr lvl="1">
              <a:lnSpc>
                <a:spcPct val="90000"/>
              </a:lnSpc>
            </a:pPr>
            <a:r>
              <a:rPr lang="en-IE" sz="1300" dirty="0"/>
              <a:t>Size</a:t>
            </a:r>
          </a:p>
          <a:p>
            <a:pPr lvl="1">
              <a:lnSpc>
                <a:spcPct val="90000"/>
              </a:lnSpc>
            </a:pPr>
            <a:r>
              <a:rPr lang="en-IE" sz="1300" dirty="0"/>
              <a:t>Weight</a:t>
            </a:r>
          </a:p>
          <a:p>
            <a:pPr lvl="1">
              <a:lnSpc>
                <a:spcPct val="90000"/>
              </a:lnSpc>
            </a:pPr>
            <a:r>
              <a:rPr lang="en-IE" sz="1300" dirty="0" err="1"/>
              <a:t>Neck_finish</a:t>
            </a:r>
            <a:r>
              <a:rPr lang="en-IE" sz="1300" dirty="0"/>
              <a:t> (shape of neck)</a:t>
            </a:r>
          </a:p>
          <a:p>
            <a:pPr lvl="1">
              <a:lnSpc>
                <a:spcPct val="90000"/>
              </a:lnSpc>
            </a:pPr>
            <a:r>
              <a:rPr lang="en-IE" sz="1300" dirty="0"/>
              <a:t>Design</a:t>
            </a:r>
          </a:p>
          <a:p>
            <a:pPr lvl="1">
              <a:lnSpc>
                <a:spcPct val="90000"/>
              </a:lnSpc>
            </a:pPr>
            <a:r>
              <a:rPr lang="en-IE" sz="1300" dirty="0"/>
              <a:t>Resin</a:t>
            </a:r>
          </a:p>
          <a:p>
            <a:pPr lvl="1">
              <a:lnSpc>
                <a:spcPct val="90000"/>
              </a:lnSpc>
            </a:pPr>
            <a:r>
              <a:rPr lang="en-IE" sz="1300" dirty="0"/>
              <a:t>provider</a:t>
            </a:r>
          </a:p>
          <a:p>
            <a:pPr lvl="1">
              <a:lnSpc>
                <a:spcPct val="90000"/>
              </a:lnSpc>
            </a:pPr>
            <a:r>
              <a:rPr lang="en-IE" sz="1300" dirty="0"/>
              <a:t>.	.</a:t>
            </a:r>
          </a:p>
          <a:p>
            <a:pPr>
              <a:lnSpc>
                <a:spcPct val="90000"/>
              </a:lnSpc>
            </a:pPr>
            <a:r>
              <a:rPr lang="en-IE" sz="1300" dirty="0"/>
              <a:t>The factory will like to have statistics and intelligent information on most common types</a:t>
            </a:r>
          </a:p>
          <a:p>
            <a:pPr lvl="1">
              <a:lnSpc>
                <a:spcPct val="90000"/>
              </a:lnSpc>
            </a:pPr>
            <a:r>
              <a:rPr lang="en-IE" sz="1300" dirty="0"/>
              <a:t>E.g. what is the most common size </a:t>
            </a:r>
          </a:p>
          <a:p>
            <a:pPr lvl="1">
              <a:lnSpc>
                <a:spcPct val="90000"/>
              </a:lnSpc>
            </a:pPr>
            <a:r>
              <a:rPr lang="en-IE" sz="1300" dirty="0"/>
              <a:t>So we can have appropriate equipment</a:t>
            </a:r>
          </a:p>
          <a:p>
            <a:pPr>
              <a:lnSpc>
                <a:spcPct val="90000"/>
              </a:lnSpc>
            </a:pPr>
            <a:r>
              <a:rPr lang="en-IE" sz="1300" dirty="0"/>
              <a:t>(data are provided)</a:t>
            </a:r>
          </a:p>
        </p:txBody>
      </p:sp>
    </p:spTree>
    <p:extLst>
      <p:ext uri="{BB962C8B-B14F-4D97-AF65-F5344CB8AC3E}">
        <p14:creationId xmlns:p14="http://schemas.microsoft.com/office/powerpoint/2010/main" val="1123662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1DE4C5-3BD3-3DA0-8524-B8ECC5E7C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1063417"/>
            <a:ext cx="3505495" cy="4675396"/>
          </a:xfrm>
        </p:spPr>
        <p:txBody>
          <a:bodyPr anchor="ctr">
            <a:normAutofit/>
          </a:bodyPr>
          <a:lstStyle/>
          <a:p>
            <a:r>
              <a:rPr lang="en-IE">
                <a:solidFill>
                  <a:srgbClr val="F2F2F2"/>
                </a:solidFill>
              </a:rPr>
              <a:t>Why are we defining our own projects?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75C11C-D083-7746-741C-E7F40E01A5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2953106"/>
              </p:ext>
            </p:extLst>
          </p:nvPr>
        </p:nvGraphicFramePr>
        <p:xfrm>
          <a:off x="5608638" y="965200"/>
          <a:ext cx="5614987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2958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890302B-00C9-4D3F-80D6-B389BB6615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11F3761-3C33-479E-B0FB-7557321B4D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0009C71-9604-4AEA-A836-F4726A74CB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15DAFC7-4101-44B7-AF0E-C968EEE36F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D796EE0-A307-4BD8-9679-189D3705F9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C54FAF-F7BD-1279-5F0C-94A9C07A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IE">
                <a:solidFill>
                  <a:srgbClr val="EBEBEB"/>
                </a:solidFill>
              </a:rPr>
              <a:t>Technologies you will use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E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120DF8-7CE7-E2C9-5E63-80A6E2CE12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8807128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37137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204196-1EE9-250B-94B5-7CBB3C0A6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IE">
                <a:solidFill>
                  <a:srgbClr val="EBEBEB"/>
                </a:solidFill>
              </a:rPr>
              <a:t>Project Management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B79BA-BEBC-E8B5-5BC3-3FF90E6D8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>
            <a:normAutofit/>
          </a:bodyPr>
          <a:lstStyle/>
          <a:p>
            <a:r>
              <a:rPr lang="en-IE" dirty="0">
                <a:solidFill>
                  <a:srgbClr val="FFFFFF"/>
                </a:solidFill>
              </a:rPr>
              <a:t>JIRA or Visual Paradigm (</a:t>
            </a:r>
            <a:r>
              <a:rPr lang="en-IE" dirty="0" err="1">
                <a:solidFill>
                  <a:srgbClr val="FFFFFF"/>
                </a:solidFill>
              </a:rPr>
              <a:t>tbd</a:t>
            </a:r>
            <a:r>
              <a:rPr lang="en-IE" dirty="0">
                <a:solidFill>
                  <a:srgbClr val="FFFFFF"/>
                </a:solidFill>
              </a:rPr>
              <a:t>)</a:t>
            </a:r>
          </a:p>
          <a:p>
            <a:r>
              <a:rPr lang="en-IE" dirty="0">
                <a:solidFill>
                  <a:srgbClr val="FFFFFF"/>
                </a:solidFill>
              </a:rPr>
              <a:t>Very important we record according to Scrum (Agile) methodology</a:t>
            </a:r>
          </a:p>
          <a:p>
            <a:pPr lvl="1"/>
            <a:r>
              <a:rPr lang="en-IE" dirty="0">
                <a:solidFill>
                  <a:srgbClr val="FFFFFF"/>
                </a:solidFill>
              </a:rPr>
              <a:t>Product backlog</a:t>
            </a:r>
          </a:p>
          <a:p>
            <a:pPr lvl="1"/>
            <a:r>
              <a:rPr lang="en-IE" dirty="0">
                <a:solidFill>
                  <a:srgbClr val="FFFFFF"/>
                </a:solidFill>
              </a:rPr>
              <a:t>User Stories</a:t>
            </a:r>
          </a:p>
          <a:p>
            <a:pPr lvl="1"/>
            <a:r>
              <a:rPr lang="en-IE" dirty="0">
                <a:solidFill>
                  <a:srgbClr val="FFFFFF"/>
                </a:solidFill>
              </a:rPr>
              <a:t>Burnt down charts</a:t>
            </a:r>
          </a:p>
          <a:p>
            <a:pPr lvl="1"/>
            <a:r>
              <a:rPr lang="en-IE" dirty="0">
                <a:solidFill>
                  <a:srgbClr val="FFFFFF"/>
                </a:solidFill>
              </a:rPr>
              <a:t>Start end of Sprint</a:t>
            </a:r>
          </a:p>
          <a:p>
            <a:r>
              <a:rPr lang="en-IE" dirty="0">
                <a:solidFill>
                  <a:srgbClr val="FFFFFF"/>
                </a:solidFill>
              </a:rPr>
              <a:t>(in detail when we cover in lecture)</a:t>
            </a:r>
          </a:p>
          <a:p>
            <a:pPr marL="0" indent="0">
              <a:buNone/>
            </a:pPr>
            <a:endParaRPr lang="en-IE" dirty="0">
              <a:solidFill>
                <a:srgbClr val="FFFFFF"/>
              </a:solidFill>
            </a:endParaRP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icky notes on a wall">
            <a:extLst>
              <a:ext uri="{FF2B5EF4-FFF2-40B4-BE49-F238E27FC236}">
                <a16:creationId xmlns:a16="http://schemas.microsoft.com/office/drawing/2014/main" id="{448ABD48-EB77-2F07-0F47-57D2A4A90B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629" r="24892" b="1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41932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7C9982-8202-D021-F60B-74B4181C4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IE" dirty="0">
                <a:solidFill>
                  <a:srgbClr val="EBEBEB"/>
                </a:solidFill>
              </a:rPr>
              <a:t>Code Repository &amp; DevOps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126D9-5475-0BD8-2AA8-B47B96C05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>
            <a:normAutofit/>
          </a:bodyPr>
          <a:lstStyle/>
          <a:p>
            <a:r>
              <a:rPr lang="en-IE" dirty="0">
                <a:solidFill>
                  <a:srgbClr val="FFFFFF"/>
                </a:solidFill>
              </a:rPr>
              <a:t>Github.com</a:t>
            </a:r>
          </a:p>
          <a:p>
            <a:r>
              <a:rPr lang="en-IE" dirty="0">
                <a:solidFill>
                  <a:srgbClr val="FFFFFF"/>
                </a:solidFill>
              </a:rPr>
              <a:t>Gitlab.com</a:t>
            </a:r>
          </a:p>
          <a:p>
            <a:r>
              <a:rPr lang="en-IE" dirty="0">
                <a:solidFill>
                  <a:srgbClr val="FFFFFF"/>
                </a:solidFill>
              </a:rPr>
              <a:t>Must have functionality for CI/CD</a:t>
            </a:r>
          </a:p>
          <a:p>
            <a:pPr lvl="1"/>
            <a:r>
              <a:rPr lang="en-IE" dirty="0">
                <a:solidFill>
                  <a:srgbClr val="FFFFFF"/>
                </a:solidFill>
              </a:rPr>
              <a:t>Continuous Integration</a:t>
            </a:r>
          </a:p>
          <a:p>
            <a:pPr lvl="1"/>
            <a:r>
              <a:rPr lang="en-IE" dirty="0">
                <a:solidFill>
                  <a:srgbClr val="FFFFFF"/>
                </a:solidFill>
              </a:rPr>
              <a:t>Continuous Deployment</a:t>
            </a:r>
          </a:p>
          <a:p>
            <a:r>
              <a:rPr lang="en-IE" dirty="0">
                <a:solidFill>
                  <a:srgbClr val="FFFFFF"/>
                </a:solidFill>
              </a:rPr>
              <a:t>We share code</a:t>
            </a:r>
          </a:p>
          <a:p>
            <a:r>
              <a:rPr lang="en-IE" dirty="0">
                <a:solidFill>
                  <a:srgbClr val="FFFFFF"/>
                </a:solidFill>
              </a:rPr>
              <a:t>We define actions (pipeline) to perform </a:t>
            </a:r>
          </a:p>
          <a:p>
            <a:pPr lvl="1"/>
            <a:r>
              <a:rPr lang="en-IE" dirty="0">
                <a:solidFill>
                  <a:srgbClr val="FFFFFF"/>
                </a:solidFill>
              </a:rPr>
              <a:t>automated (continuous) testing</a:t>
            </a:r>
          </a:p>
          <a:p>
            <a:pPr lvl="1"/>
            <a:r>
              <a:rPr lang="en-IE" dirty="0">
                <a:solidFill>
                  <a:srgbClr val="FFFFFF"/>
                </a:solidFill>
              </a:rPr>
              <a:t>Automated releases (delivery)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4A06D693-C569-214D-3CC7-8AB1694859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480" r="29211" b="-2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36969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75D2AA-3C18-5195-DA31-FF9C43544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EBEBEB"/>
                </a:solidFill>
              </a:rPr>
              <a:t>Software Development</a:t>
            </a:r>
            <a:endParaRPr lang="en-IE" dirty="0">
              <a:solidFill>
                <a:srgbClr val="EBEBEB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E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CE8A96-8E17-71C5-8132-3412C0648A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9407576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0324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5D3171C-EDF9-4408-BC18-BF077770BB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FD00715-49AE-48AC-8FEE-F8AEA8AD76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1D776AD-0096-48EB-8FA9-2CE8642C71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CB8ABA9-9E83-4505-AC9E-19CECC82DA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CF4B3D8-3F2C-406C-A6BB-E3984E650D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3460A2C-66E7-40E9-A34F-FA611BC697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4CAE9E9-6651-44A5-8754-9DAD77A051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AADD9B3-32AE-4919-B1C7-FCF90FA0BC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5B15FD7-7B7C-4106-A2EE-1D17E48A57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4874E7-2B49-7D67-1A09-9DB746A19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IE" dirty="0">
                <a:solidFill>
                  <a:srgbClr val="EBEBEB"/>
                </a:solidFill>
              </a:rPr>
              <a:t>Hosting of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FA664-DAB3-2184-1416-0EA423564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>
            <a:normAutofit/>
          </a:bodyPr>
          <a:lstStyle/>
          <a:p>
            <a:r>
              <a:rPr lang="en-IE" dirty="0" err="1">
                <a:solidFill>
                  <a:srgbClr val="FFFFFF"/>
                </a:solidFill>
              </a:rPr>
              <a:t>Github</a:t>
            </a:r>
            <a:r>
              <a:rPr lang="en-IE" dirty="0">
                <a:solidFill>
                  <a:srgbClr val="FFFFFF"/>
                </a:solidFill>
              </a:rPr>
              <a:t> pages</a:t>
            </a:r>
          </a:p>
          <a:p>
            <a:r>
              <a:rPr lang="en-IE" dirty="0">
                <a:solidFill>
                  <a:srgbClr val="FFFFFF"/>
                </a:solidFill>
              </a:rPr>
              <a:t>Google sites</a:t>
            </a:r>
          </a:p>
          <a:p>
            <a:r>
              <a:rPr lang="en-IE" dirty="0" err="1">
                <a:solidFill>
                  <a:srgbClr val="FFFFFF"/>
                </a:solidFill>
              </a:rPr>
              <a:t>Asphostportal</a:t>
            </a:r>
            <a:endParaRPr lang="en-IE" dirty="0">
              <a:solidFill>
                <a:srgbClr val="FFFFFF"/>
              </a:solidFill>
            </a:endParaRPr>
          </a:p>
          <a:p>
            <a:r>
              <a:rPr lang="en-IE" dirty="0">
                <a:solidFill>
                  <a:srgbClr val="FFFFFF"/>
                </a:solidFill>
              </a:rPr>
              <a:t>Any other free space</a:t>
            </a:r>
          </a:p>
          <a:p>
            <a:pPr marL="0" indent="0">
              <a:buNone/>
            </a:pPr>
            <a:endParaRPr lang="en-IE" dirty="0">
              <a:solidFill>
                <a:srgbClr val="FFFFFF"/>
              </a:solidFill>
            </a:endParaRP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watching empty phone">
            <a:extLst>
              <a:ext uri="{FF2B5EF4-FFF2-40B4-BE49-F238E27FC236}">
                <a16:creationId xmlns:a16="http://schemas.microsoft.com/office/drawing/2014/main" id="{F32B91FC-D96B-2A47-F7DE-BFDF38F165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425" r="10266" b="-2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92687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EA421-5F29-4BA7-9360-2501B5987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9348F0CB-4904-4DEF-BDD4-ADEC2DCC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E52DC5-3798-0BE4-16BD-2F4DAFBE7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IE">
                <a:solidFill>
                  <a:srgbClr val="EBEBEB"/>
                </a:solidFill>
              </a:rPr>
              <a:t>Where do we start?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83E1B8-79B3-49BB-8704-58E4AB1A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BB34D5F-2B87-438E-8236-69C6068D4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E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64D83B-BACB-FC3D-70E2-7B557EBF49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8521209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22400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170113C-7B2A-4984-A9EF-1C060B446F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C3AA70-DF3C-4AE3-8AFF-7E01B3EAF9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D52058A-E0B6-46FA-AC49-399B32FC49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85B6BFA-16C4-4E74-9447-1D36C4BED3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BD2E21E-9854-4300-8ACE-6C4E218AF0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DEAEE8E-E8B3-4D9A-BDD4-91E4B431E5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33017DC-6728-4CF1-87A9-6149FF7D7D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66A47A2-0094-42D3-973A-462A82D19A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F0EC1D3-92BC-4F5B-907E-5AC951260C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CC91E1-26B1-C3BB-59A7-F0A1B0AA6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42DF2-777C-89D1-1719-C7B1B1602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IE" dirty="0"/>
              <a:t>Next step: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FA4C0B-934F-5443-518C-F1F5F595CB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3890681"/>
              </p:ext>
            </p:extLst>
          </p:nvPr>
        </p:nvGraphicFramePr>
        <p:xfrm>
          <a:off x="646111" y="2237362"/>
          <a:ext cx="9404352" cy="4046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58582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02EE684-0463-45E2-8381-0F9ACB69C0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0DFA59D-532F-4290-922F-E8874895F8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9A06900-CCB2-459F-8684-190ADF0471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117577A-C365-42A0-A9B8-89AE622104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D604D19-52B2-411D-94F1-C7B2190107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A3B9EB-D099-9A27-9930-F8F4EE543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IE">
                <a:solidFill>
                  <a:srgbClr val="EBEBEB"/>
                </a:solidFill>
              </a:rPr>
              <a:t>Project Schedule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E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EEBDDAD-B51E-83CB-C529-4CF2E65E78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9715231"/>
              </p:ext>
            </p:extLst>
          </p:nvPr>
        </p:nvGraphicFramePr>
        <p:xfrm>
          <a:off x="648930" y="2955620"/>
          <a:ext cx="10895370" cy="31135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56553">
                  <a:extLst>
                    <a:ext uri="{9D8B030D-6E8A-4147-A177-3AD203B41FA5}">
                      <a16:colId xmlns:a16="http://schemas.microsoft.com/office/drawing/2014/main" val="3773567633"/>
                    </a:ext>
                  </a:extLst>
                </a:gridCol>
                <a:gridCol w="8138817">
                  <a:extLst>
                    <a:ext uri="{9D8B030D-6E8A-4147-A177-3AD203B41FA5}">
                      <a16:colId xmlns:a16="http://schemas.microsoft.com/office/drawing/2014/main" val="1151979677"/>
                    </a:ext>
                  </a:extLst>
                </a:gridCol>
              </a:tblGrid>
              <a:tr h="283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kern="100">
                          <a:effectLst/>
                        </a:rPr>
                        <a:t>Week starting at</a:t>
                      </a:r>
                      <a:endParaRPr lang="en-IE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8453" marR="8845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kern="100">
                          <a:effectLst/>
                        </a:rPr>
                        <a:t>Task</a:t>
                      </a:r>
                      <a:endParaRPr lang="en-IE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8453" marR="88453" marT="0" marB="0"/>
                </a:tc>
                <a:extLst>
                  <a:ext uri="{0D108BD9-81ED-4DB2-BD59-A6C34878D82A}">
                    <a16:rowId xmlns:a16="http://schemas.microsoft.com/office/drawing/2014/main" val="2973074514"/>
                  </a:ext>
                </a:extLst>
              </a:tr>
              <a:tr h="283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kern="100">
                          <a:effectLst/>
                        </a:rPr>
                        <a:t>15 September 2025</a:t>
                      </a:r>
                      <a:endParaRPr lang="en-IE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8453" marR="8845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kern="100">
                          <a:effectLst/>
                        </a:rPr>
                        <a:t>Group Formation and Project Introduction</a:t>
                      </a:r>
                      <a:endParaRPr lang="en-IE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8453" marR="88453" marT="0" marB="0"/>
                </a:tc>
                <a:extLst>
                  <a:ext uri="{0D108BD9-81ED-4DB2-BD59-A6C34878D82A}">
                    <a16:rowId xmlns:a16="http://schemas.microsoft.com/office/drawing/2014/main" val="4214486651"/>
                  </a:ext>
                </a:extLst>
              </a:tr>
              <a:tr h="283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kern="100">
                          <a:effectLst/>
                        </a:rPr>
                        <a:t>22 September 2025</a:t>
                      </a:r>
                      <a:endParaRPr lang="en-IE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8453" marR="8845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kern="100">
                          <a:effectLst/>
                        </a:rPr>
                        <a:t>Project Summary approval (lab) Sprint 1 begins (2 weeks duration)</a:t>
                      </a:r>
                      <a:endParaRPr lang="en-IE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8453" marR="88453" marT="0" marB="0"/>
                </a:tc>
                <a:extLst>
                  <a:ext uri="{0D108BD9-81ED-4DB2-BD59-A6C34878D82A}">
                    <a16:rowId xmlns:a16="http://schemas.microsoft.com/office/drawing/2014/main" val="2410596388"/>
                  </a:ext>
                </a:extLst>
              </a:tr>
              <a:tr h="283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kern="100">
                          <a:effectLst/>
                        </a:rPr>
                        <a:t>29 September 2025</a:t>
                      </a:r>
                      <a:endParaRPr lang="en-IE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8453" marR="8845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kern="100">
                          <a:effectLst/>
                        </a:rPr>
                        <a:t>Sprint 1 Completion</a:t>
                      </a:r>
                      <a:endParaRPr lang="en-IE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8453" marR="88453" marT="0" marB="0"/>
                </a:tc>
                <a:extLst>
                  <a:ext uri="{0D108BD9-81ED-4DB2-BD59-A6C34878D82A}">
                    <a16:rowId xmlns:a16="http://schemas.microsoft.com/office/drawing/2014/main" val="946933426"/>
                  </a:ext>
                </a:extLst>
              </a:tr>
              <a:tr h="283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kern="100">
                          <a:effectLst/>
                        </a:rPr>
                        <a:t>06 October 2025</a:t>
                      </a:r>
                      <a:endParaRPr lang="en-IE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8453" marR="8845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kern="100">
                          <a:effectLst/>
                        </a:rPr>
                        <a:t>Sprint 2 start (3 weeks duration)</a:t>
                      </a:r>
                      <a:endParaRPr lang="en-IE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8453" marR="88453" marT="0" marB="0"/>
                </a:tc>
                <a:extLst>
                  <a:ext uri="{0D108BD9-81ED-4DB2-BD59-A6C34878D82A}">
                    <a16:rowId xmlns:a16="http://schemas.microsoft.com/office/drawing/2014/main" val="2209059293"/>
                  </a:ext>
                </a:extLst>
              </a:tr>
              <a:tr h="283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kern="100">
                          <a:effectLst/>
                        </a:rPr>
                        <a:t>13 October 2025</a:t>
                      </a:r>
                      <a:endParaRPr lang="en-IE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8453" marR="8845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kern="100">
                          <a:effectLst/>
                        </a:rPr>
                        <a:t> </a:t>
                      </a:r>
                      <a:endParaRPr lang="en-IE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8453" marR="88453" marT="0" marB="0"/>
                </a:tc>
                <a:extLst>
                  <a:ext uri="{0D108BD9-81ED-4DB2-BD59-A6C34878D82A}">
                    <a16:rowId xmlns:a16="http://schemas.microsoft.com/office/drawing/2014/main" val="1476903644"/>
                  </a:ext>
                </a:extLst>
              </a:tr>
              <a:tr h="283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kern="100">
                          <a:effectLst/>
                        </a:rPr>
                        <a:t>20 October 2025</a:t>
                      </a:r>
                      <a:endParaRPr lang="en-IE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8453" marR="8845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kern="100">
                          <a:effectLst/>
                        </a:rPr>
                        <a:t>Sprint 2 Completion, submission of interim report</a:t>
                      </a:r>
                      <a:endParaRPr lang="en-IE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8453" marR="88453" marT="0" marB="0"/>
                </a:tc>
                <a:extLst>
                  <a:ext uri="{0D108BD9-81ED-4DB2-BD59-A6C34878D82A}">
                    <a16:rowId xmlns:a16="http://schemas.microsoft.com/office/drawing/2014/main" val="2366175488"/>
                  </a:ext>
                </a:extLst>
              </a:tr>
              <a:tr h="283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kern="100">
                          <a:effectLst/>
                        </a:rPr>
                        <a:t>03 November 2025</a:t>
                      </a:r>
                      <a:endParaRPr lang="en-IE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8453" marR="8845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kern="100">
                          <a:effectLst/>
                        </a:rPr>
                        <a:t>Sprint 3 Start (3 weeks duration)</a:t>
                      </a:r>
                      <a:endParaRPr lang="en-IE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8453" marR="88453" marT="0" marB="0"/>
                </a:tc>
                <a:extLst>
                  <a:ext uri="{0D108BD9-81ED-4DB2-BD59-A6C34878D82A}">
                    <a16:rowId xmlns:a16="http://schemas.microsoft.com/office/drawing/2014/main" val="3377618781"/>
                  </a:ext>
                </a:extLst>
              </a:tr>
              <a:tr h="283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kern="100">
                          <a:effectLst/>
                        </a:rPr>
                        <a:t>10 November 2025</a:t>
                      </a:r>
                      <a:endParaRPr lang="en-IE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8453" marR="8845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kern="100">
                          <a:effectLst/>
                        </a:rPr>
                        <a:t> </a:t>
                      </a:r>
                      <a:endParaRPr lang="en-IE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8453" marR="88453" marT="0" marB="0"/>
                </a:tc>
                <a:extLst>
                  <a:ext uri="{0D108BD9-81ED-4DB2-BD59-A6C34878D82A}">
                    <a16:rowId xmlns:a16="http://schemas.microsoft.com/office/drawing/2014/main" val="2209089109"/>
                  </a:ext>
                </a:extLst>
              </a:tr>
              <a:tr h="283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kern="100">
                          <a:effectLst/>
                        </a:rPr>
                        <a:t>17 November 2025</a:t>
                      </a:r>
                      <a:endParaRPr lang="en-IE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8453" marR="8845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kern="100">
                          <a:effectLst/>
                        </a:rPr>
                        <a:t>Sprint 3 completion, submission of final report</a:t>
                      </a:r>
                      <a:endParaRPr lang="en-IE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8453" marR="88453" marT="0" marB="0"/>
                </a:tc>
                <a:extLst>
                  <a:ext uri="{0D108BD9-81ED-4DB2-BD59-A6C34878D82A}">
                    <a16:rowId xmlns:a16="http://schemas.microsoft.com/office/drawing/2014/main" val="1970230147"/>
                  </a:ext>
                </a:extLst>
              </a:tr>
              <a:tr h="283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kern="100">
                          <a:effectLst/>
                        </a:rPr>
                        <a:t>24 November 2025</a:t>
                      </a:r>
                      <a:endParaRPr lang="en-IE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8453" marR="8845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kern="100">
                          <a:effectLst/>
                        </a:rPr>
                        <a:t>Group Presentation</a:t>
                      </a:r>
                      <a:endParaRPr lang="en-IE" sz="1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8453" marR="88453" marT="0" marB="0"/>
                </a:tc>
                <a:extLst>
                  <a:ext uri="{0D108BD9-81ED-4DB2-BD59-A6C34878D82A}">
                    <a16:rowId xmlns:a16="http://schemas.microsoft.com/office/drawing/2014/main" val="260086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2034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422D02-B1E8-5FA0-CE97-24130E72E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1" y="1454964"/>
            <a:ext cx="4799009" cy="33088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/>
              <a:t>Questions please!</a:t>
            </a:r>
          </a:p>
        </p:txBody>
      </p:sp>
      <p:pic>
        <p:nvPicPr>
          <p:cNvPr id="4" name="Picture 3" descr="Wood human figure">
            <a:extLst>
              <a:ext uri="{FF2B5EF4-FFF2-40B4-BE49-F238E27FC236}">
                <a16:creationId xmlns:a16="http://schemas.microsoft.com/office/drawing/2014/main" id="{C94B3942-C00C-ED91-CC6D-996BCCC5619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40650" b="-1"/>
          <a:stretch>
            <a:fillRect/>
          </a:stretch>
        </p:blipFill>
        <p:spPr>
          <a:xfrm>
            <a:off x="5557083" y="883930"/>
            <a:ext cx="6097590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A5788BB-481F-4FC7-AD49-73D20DDD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3840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1449</TotalTime>
  <Words>844</Words>
  <Application>Microsoft Office PowerPoint</Application>
  <PresentationFormat>Widescreen</PresentationFormat>
  <Paragraphs>167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Century Gothic</vt:lpstr>
      <vt:lpstr>Times New Roman</vt:lpstr>
      <vt:lpstr>Wingdings 3</vt:lpstr>
      <vt:lpstr>Ion</vt:lpstr>
      <vt:lpstr>Group Project</vt:lpstr>
      <vt:lpstr>Project Synopsis</vt:lpstr>
      <vt:lpstr>Project Context: 3 Parts</vt:lpstr>
      <vt:lpstr>1. Importing data  means</vt:lpstr>
      <vt:lpstr>2. Data Presentation and Visualisation  means </vt:lpstr>
      <vt:lpstr>3. Knowledge Extraction  means </vt:lpstr>
      <vt:lpstr>Examples of Projects</vt:lpstr>
      <vt:lpstr>Example 1: Energy efficiency monitoring</vt:lpstr>
      <vt:lpstr>Example 2:  My news channel</vt:lpstr>
      <vt:lpstr>Example 3:  My weather channel</vt:lpstr>
      <vt:lpstr>Example 4: Analysis on Bottle types for a soft drinks factory</vt:lpstr>
      <vt:lpstr>Why are we defining our own projects?</vt:lpstr>
      <vt:lpstr>Technologies you will use</vt:lpstr>
      <vt:lpstr>Project Management software</vt:lpstr>
      <vt:lpstr>Code Repository &amp; DevOps</vt:lpstr>
      <vt:lpstr>Software Development</vt:lpstr>
      <vt:lpstr>Hosting of project</vt:lpstr>
      <vt:lpstr>Where do we start?</vt:lpstr>
      <vt:lpstr>Next step:</vt:lpstr>
      <vt:lpstr>Project Schedule</vt:lpstr>
      <vt:lpstr>Questions please!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Vakaloudis</dc:creator>
  <cp:lastModifiedBy>Alex Vakaloudis</cp:lastModifiedBy>
  <cp:revision>27</cp:revision>
  <dcterms:created xsi:type="dcterms:W3CDTF">2025-09-09T14:15:11Z</dcterms:created>
  <dcterms:modified xsi:type="dcterms:W3CDTF">2025-09-10T14:25:10Z</dcterms:modified>
</cp:coreProperties>
</file>